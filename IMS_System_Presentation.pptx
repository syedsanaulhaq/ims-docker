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7" r:id="rId9"/>
    <p:sldId id="271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249E2E72-5DF0-3378-B155-AB86B568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5" r="-2" b="2543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4271" y="4121944"/>
            <a:ext cx="5945838" cy="1620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3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INVENTORY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4271" y="5737867"/>
            <a:ext cx="5956785" cy="61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C00000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Enterprise-Grade Stock Management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Enterprise-grade web-based inventory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Multi-location inventory management with hierarchical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Integrated procurement and stock issuance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Real-time inventory tracking and reconciliation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Multi-level approval workflows with role-based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Production-ready system managing 15+ items across multiple locations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2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STOCK ACQUISITION (Procurement)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Tender management (Contract, Spot-Purchase, Annual)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Vendor evaluation and bidding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Purchase order creation and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STOCK ISSUANCE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Item request system with custom quantities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3-level approval workflow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Per-item decision making (Approve/Return/Reject)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Automatic inventory deduction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Modules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INVENTORY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Physical stock verification by store keepers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Verification request assignment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Reconciliation with system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4. ANNUAL TENDER FRAMEWORK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Year-long vendor contracts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Item group organization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Per-item vendor assignment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5. HIERARCHICAL INVENTORY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Admin Store (Central warehouse)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Wing Store (Department-level)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• Personal Store (User-allocated items)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Main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Stock Acquisition: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Request → Tender → Vendor Bids → Award → Delivery →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Stock Issuance: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Request → Supervisor Approval → Finance → Admin → Issue → Deduct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Inventory Verification: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Request → Store Keeper → Physical Count → Reconciliation → 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Annual Tender: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Define Groups → Create Framework → Assign Vendors → POs → Deliveries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Real-time Stock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Multi-Step Hierarchical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Complete Audit Trail &amp;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Three-Level Inventory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Multiple Tender Types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Digital Annual Framework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Serial Number &amp; Equipment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Document Upload &amp; Attachment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Soft Delete with Data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Pages &amp; Dashboards: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Approval Dashboard (Supervisor/Finance)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Stock Issuance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Current Inventory Stock 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Tender Creation &amp;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Store Keeper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User Role Assignment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Purchase Order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Library: 25+ Reusable UI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✅ COMPLETED: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Core Inventory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Stock Issuance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Approval Workflows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Tender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Annual Tenders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Purchase Orders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Verification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User/Role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🟡 IN PROGRESS: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Reporting &amp;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🔵 FUTURE ENHANCEMENTS: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Mobile Application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Advanced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Real-time Dashboards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AI-based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Successfully integrated 3 inventory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Implemented complex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Annual tender system with framework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Real-time stock tracking &amp; reconciliation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Vendor management &amp; bidding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Purchase order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Serial number tracking for equipment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Comprehensive user &amp; role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Production deployment with 499+ active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00000"/>
                </a:solidFill>
              </a:defRPr>
            </a:pPr>
            <a:r>
              <a:t>Inventory Management System - Enterprise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483</Words>
  <Application>Microsoft Office PowerPoint</Application>
  <PresentationFormat>On-screen Show (4:3)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Sana ul Haq Fazli</cp:lastModifiedBy>
  <cp:revision>3</cp:revision>
  <dcterms:created xsi:type="dcterms:W3CDTF">2013-01-27T09:14:16Z</dcterms:created>
  <dcterms:modified xsi:type="dcterms:W3CDTF">2026-04-03T07:58:35Z</dcterms:modified>
  <cp:category/>
</cp:coreProperties>
</file>