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7" r:id="rId3"/>
    <p:sldId id="265" r:id="rId4"/>
    <p:sldId id="276" r:id="rId5"/>
    <p:sldId id="269" r:id="rId6"/>
    <p:sldId id="270" r:id="rId7"/>
    <p:sldId id="289" r:id="rId8"/>
    <p:sldId id="277" r:id="rId9"/>
    <p:sldId id="279" r:id="rId10"/>
    <p:sldId id="280" r:id="rId11"/>
    <p:sldId id="263" r:id="rId12"/>
    <p:sldId id="286" r:id="rId13"/>
    <p:sldId id="287" r:id="rId14"/>
    <p:sldId id="281" r:id="rId15"/>
    <p:sldId id="288" r:id="rId16"/>
    <p:sldId id="282" r:id="rId17"/>
    <p:sldId id="284" r:id="rId18"/>
    <p:sldId id="264" r:id="rId19"/>
    <p:sldId id="285" r:id="rId20"/>
    <p:sldId id="290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6" d="100"/>
          <a:sy n="76" d="100"/>
        </p:scale>
        <p:origin x="94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slide" Target="../slides/slide18.xml"/><Relationship Id="rId1" Type="http://schemas.openxmlformats.org/officeDocument/2006/relationships/slide" Target="../slides/slide5.xml"/><Relationship Id="rId4" Type="http://schemas.openxmlformats.org/officeDocument/2006/relationships/slide" Target="../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F5151-8974-4155-A1A9-8A138849F3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54310-239B-4102-80E6-9EC6C6A4E5D5}">
      <dgm:prSet custT="1"/>
      <dgm:spPr>
        <a:solidFill>
          <a:srgbClr val="079693"/>
        </a:solidFill>
      </dgm:spPr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Telephone Directory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1E58B1B-338C-4354-AFBB-A9ED84F7521D}" type="parTrans" cxnId="{3FE205E9-1F37-4273-BE95-31BDF5E7642A}">
      <dgm:prSet/>
      <dgm:spPr/>
      <dgm:t>
        <a:bodyPr/>
        <a:lstStyle/>
        <a:p>
          <a:endParaRPr lang="en-US"/>
        </a:p>
      </dgm:t>
    </dgm:pt>
    <dgm:pt modelId="{FC360C4B-F73C-41A5-A115-3736A4E1993D}" type="sibTrans" cxnId="{3FE205E9-1F37-4273-BE95-31BDF5E7642A}">
      <dgm:prSet/>
      <dgm:spPr/>
      <dgm:t>
        <a:bodyPr/>
        <a:lstStyle/>
        <a:p>
          <a:endParaRPr lang="en-US"/>
        </a:p>
      </dgm:t>
    </dgm:pt>
    <dgm:pt modelId="{9D2B1E8A-1C2F-47C1-BD09-C8FDC759ADC7}" type="pres">
      <dgm:prSet presAssocID="{D09F5151-8974-4155-A1A9-8A138849F373}" presName="linear" presStyleCnt="0">
        <dgm:presLayoutVars>
          <dgm:animLvl val="lvl"/>
          <dgm:resizeHandles val="exact"/>
        </dgm:presLayoutVars>
      </dgm:prSet>
      <dgm:spPr/>
    </dgm:pt>
    <dgm:pt modelId="{95AD8BD2-6534-4F63-A4F2-B38A18A6A8A0}" type="pres">
      <dgm:prSet presAssocID="{58F54310-239B-4102-80E6-9EC6C6A4E5D5}" presName="parentText" presStyleLbl="node1" presStyleIdx="0" presStyleCnt="1" custScaleX="98916" custScaleY="153769" custLinFactX="-67665" custLinFactY="27627" custLinFactNeighborX="-100000" custLinFactNeighborY="100000">
        <dgm:presLayoutVars>
          <dgm:chMax val="0"/>
          <dgm:bulletEnabled val="1"/>
        </dgm:presLayoutVars>
      </dgm:prSet>
      <dgm:spPr/>
    </dgm:pt>
  </dgm:ptLst>
  <dgm:cxnLst>
    <dgm:cxn modelId="{BCDDF249-E157-4337-AD18-DE590A236C12}" type="presOf" srcId="{D09F5151-8974-4155-A1A9-8A138849F373}" destId="{9D2B1E8A-1C2F-47C1-BD09-C8FDC759ADC7}" srcOrd="0" destOrd="0" presId="urn:microsoft.com/office/officeart/2005/8/layout/vList2"/>
    <dgm:cxn modelId="{3FE205E9-1F37-4273-BE95-31BDF5E7642A}" srcId="{D09F5151-8974-4155-A1A9-8A138849F373}" destId="{58F54310-239B-4102-80E6-9EC6C6A4E5D5}" srcOrd="0" destOrd="0" parTransId="{51E58B1B-338C-4354-AFBB-A9ED84F7521D}" sibTransId="{FC360C4B-F73C-41A5-A115-3736A4E1993D}"/>
    <dgm:cxn modelId="{3459F1FB-B048-4492-A038-559166068ED4}" type="presOf" srcId="{58F54310-239B-4102-80E6-9EC6C6A4E5D5}" destId="{95AD8BD2-6534-4F63-A4F2-B38A18A6A8A0}" srcOrd="0" destOrd="0" presId="urn:microsoft.com/office/officeart/2005/8/layout/vList2"/>
    <dgm:cxn modelId="{C513B6CA-6ECB-4462-ABF9-4950D517D1AE}" type="presParOf" srcId="{9D2B1E8A-1C2F-47C1-BD09-C8FDC759ADC7}" destId="{95AD8BD2-6534-4F63-A4F2-B38A18A6A8A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9F5151-8974-4155-A1A9-8A138849F3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20348C-CA55-4B83-A9ED-CD3C3348D18E}">
      <dgm:prSet custT="1"/>
      <dgm:spPr>
        <a:solidFill>
          <a:srgbClr val="51A3AE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Complaint Management System (CMS)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F9F0E5AF-4F3B-481F-B3D2-FA06232009E6}" type="parTrans" cxnId="{17D11C4B-41FE-4C25-A368-C0CAA63BFEC5}">
      <dgm:prSet/>
      <dgm:spPr/>
      <dgm:t>
        <a:bodyPr/>
        <a:lstStyle/>
        <a:p>
          <a:endParaRPr lang="en-US"/>
        </a:p>
      </dgm:t>
    </dgm:pt>
    <dgm:pt modelId="{5565F4F0-FA2F-49E7-8964-99A00AD088E1}" type="sibTrans" cxnId="{17D11C4B-41FE-4C25-A368-C0CAA63BFEC5}">
      <dgm:prSet/>
      <dgm:spPr/>
      <dgm:t>
        <a:bodyPr/>
        <a:lstStyle/>
        <a:p>
          <a:endParaRPr lang="en-US"/>
        </a:p>
      </dgm:t>
    </dgm:pt>
    <dgm:pt modelId="{8833E17B-CCB9-49B1-9CE9-53C6D897824E}">
      <dgm:prSet custT="1"/>
      <dgm:spPr>
        <a:solidFill>
          <a:srgbClr val="5BB15B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Legal Case Management System (LCMS)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59952F47-928E-4368-B114-EA33DF4DDCC8}" type="parTrans" cxnId="{9F318709-B548-4AA8-9B45-B576C5D71C20}">
      <dgm:prSet/>
      <dgm:spPr/>
      <dgm:t>
        <a:bodyPr/>
        <a:lstStyle/>
        <a:p>
          <a:endParaRPr lang="en-US"/>
        </a:p>
      </dgm:t>
    </dgm:pt>
    <dgm:pt modelId="{80A0E974-2AEA-442F-905F-B30F441947C2}" type="sibTrans" cxnId="{9F318709-B548-4AA8-9B45-B576C5D71C20}">
      <dgm:prSet/>
      <dgm:spPr/>
      <dgm:t>
        <a:bodyPr/>
        <a:lstStyle/>
        <a:p>
          <a:endParaRPr lang="en-US"/>
        </a:p>
      </dgm:t>
    </dgm:pt>
    <dgm:pt modelId="{3F8A0112-C0F2-4313-A397-9CFA7CC13DA6}">
      <dgm:prSet custT="1"/>
      <dgm:spPr>
        <a:solidFill>
          <a:srgbClr val="3D66A3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Training Information Management System (TIMS)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39DDC758-D5F5-4473-92B4-EF715629FFCF}" type="parTrans" cxnId="{4D442AB0-8330-4CAC-864C-EDC95F0B80D0}">
      <dgm:prSet/>
      <dgm:spPr/>
      <dgm:t>
        <a:bodyPr/>
        <a:lstStyle/>
        <a:p>
          <a:endParaRPr lang="en-US"/>
        </a:p>
      </dgm:t>
    </dgm:pt>
    <dgm:pt modelId="{196BB554-E382-4E67-B67B-28F41A090676}" type="sibTrans" cxnId="{4D442AB0-8330-4CAC-864C-EDC95F0B80D0}">
      <dgm:prSet/>
      <dgm:spPr/>
      <dgm:t>
        <a:bodyPr/>
        <a:lstStyle/>
        <a:p>
          <a:endParaRPr lang="en-US"/>
        </a:p>
      </dgm:t>
    </dgm:pt>
    <dgm:pt modelId="{F1BB09F6-D5B2-4798-ADE2-441DA68DDA98}">
      <dgm:prSet custT="1"/>
      <dgm:spPr>
        <a:solidFill>
          <a:srgbClr val="DC3545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DS Admin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E3919ECA-416D-4E8D-A9F1-E9B2135DF54C}" type="parTrans" cxnId="{AFA0BB5B-6DA7-4C17-9396-01D166F30802}">
      <dgm:prSet/>
      <dgm:spPr/>
      <dgm:t>
        <a:bodyPr/>
        <a:lstStyle/>
        <a:p>
          <a:endParaRPr lang="en-US"/>
        </a:p>
      </dgm:t>
    </dgm:pt>
    <dgm:pt modelId="{4A4AFD14-8E88-4515-A294-E75386684056}" type="sibTrans" cxnId="{AFA0BB5B-6DA7-4C17-9396-01D166F30802}">
      <dgm:prSet/>
      <dgm:spPr/>
      <dgm:t>
        <a:bodyPr/>
        <a:lstStyle/>
        <a:p>
          <a:endParaRPr lang="en-US"/>
        </a:p>
      </dgm:t>
    </dgm:pt>
    <dgm:pt modelId="{0393CC52-C549-4EC8-BB83-AFE81F2E4A55}">
      <dgm:prSet custT="1"/>
      <dgm:spPr>
        <a:solidFill>
          <a:srgbClr val="FF693D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ECP Registration Module (ERM)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8F8CC679-3968-4B26-8F0B-1DC8E3B5A19A}" type="parTrans" cxnId="{FB929534-9204-4076-9182-981804F3D0C1}">
      <dgm:prSet/>
      <dgm:spPr/>
      <dgm:t>
        <a:bodyPr/>
        <a:lstStyle/>
        <a:p>
          <a:endParaRPr lang="en-US"/>
        </a:p>
      </dgm:t>
    </dgm:pt>
    <dgm:pt modelId="{D79DB698-7300-49C4-9647-53197D03BF0F}" type="sibTrans" cxnId="{FB929534-9204-4076-9182-981804F3D0C1}">
      <dgm:prSet/>
      <dgm:spPr/>
      <dgm:t>
        <a:bodyPr/>
        <a:lstStyle/>
        <a:p>
          <a:endParaRPr lang="en-US"/>
        </a:p>
      </dgm:t>
    </dgm:pt>
    <dgm:pt modelId="{0FAE8BAE-BAE0-48A0-B274-9C5CC1F41C66}">
      <dgm:prSet custT="1"/>
      <dgm:spPr>
        <a:solidFill>
          <a:srgbClr val="BD7E4A"/>
        </a:solidFill>
        <a:ln>
          <a:solidFill>
            <a:srgbClr val="8969F2"/>
          </a:solidFill>
        </a:ln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Establishment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26700436-CB98-4E93-940E-7DFC7F10950A}" type="parTrans" cxnId="{39C278F4-C1A9-4964-8D7A-A30156E6F319}">
      <dgm:prSet/>
      <dgm:spPr/>
      <dgm:t>
        <a:bodyPr/>
        <a:lstStyle/>
        <a:p>
          <a:endParaRPr lang="en-US"/>
        </a:p>
      </dgm:t>
    </dgm:pt>
    <dgm:pt modelId="{054C6518-BB4A-4B77-BA9E-84682EE5275A}" type="sibTrans" cxnId="{39C278F4-C1A9-4964-8D7A-A30156E6F319}">
      <dgm:prSet/>
      <dgm:spPr/>
      <dgm:t>
        <a:bodyPr/>
        <a:lstStyle/>
        <a:p>
          <a:endParaRPr lang="en-US"/>
        </a:p>
      </dgm:t>
    </dgm:pt>
    <dgm:pt modelId="{B06E70F7-D487-4E3D-AA58-A84C7B80AF7D}">
      <dgm:prSet custT="1"/>
      <dgm:spPr>
        <a:solidFill>
          <a:srgbClr val="D568FB"/>
        </a:solidFill>
        <a:ln>
          <a:solidFill>
            <a:srgbClr val="8969F2"/>
          </a:solidFill>
        </a:ln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Inventory Management System (IMS)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ADC7A9B0-A941-4210-BBD8-E0F3C9433044}" type="parTrans" cxnId="{5978CAF6-BAC9-4161-807A-D39E01BE5601}">
      <dgm:prSet/>
      <dgm:spPr/>
      <dgm:t>
        <a:bodyPr/>
        <a:lstStyle/>
        <a:p>
          <a:endParaRPr lang="en-US"/>
        </a:p>
      </dgm:t>
    </dgm:pt>
    <dgm:pt modelId="{03119AAD-BECC-45C7-A3B6-00535B8D79C5}" type="sibTrans" cxnId="{5978CAF6-BAC9-4161-807A-D39E01BE5601}">
      <dgm:prSet/>
      <dgm:spPr/>
      <dgm:t>
        <a:bodyPr/>
        <a:lstStyle/>
        <a:p>
          <a:endParaRPr lang="en-US"/>
        </a:p>
      </dgm:t>
    </dgm:pt>
    <dgm:pt modelId="{3D4AE2B5-EFCF-450A-B960-E742CE49E9B0}">
      <dgm:prSet custT="1"/>
      <dgm:spPr>
        <a:solidFill>
          <a:srgbClr val="1D976C"/>
        </a:solidFill>
        <a:ln>
          <a:solidFill>
            <a:srgbClr val="8969F2"/>
          </a:solidFill>
        </a:ln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Human Resource Management System (HRMS)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7DC1B7AD-EE03-47B0-8786-C392588B8CF2}" type="parTrans" cxnId="{43A248E0-5306-49DB-848A-641C70FEF3E2}">
      <dgm:prSet/>
      <dgm:spPr/>
      <dgm:t>
        <a:bodyPr/>
        <a:lstStyle/>
        <a:p>
          <a:endParaRPr lang="en-US"/>
        </a:p>
      </dgm:t>
    </dgm:pt>
    <dgm:pt modelId="{401D8EE5-5E40-4837-ABE3-D94E5D8114CD}" type="sibTrans" cxnId="{43A248E0-5306-49DB-848A-641C70FEF3E2}">
      <dgm:prSet/>
      <dgm:spPr/>
      <dgm:t>
        <a:bodyPr/>
        <a:lstStyle/>
        <a:p>
          <a:endParaRPr lang="en-US"/>
        </a:p>
      </dgm:t>
    </dgm:pt>
    <dgm:pt modelId="{14EAB29C-5F57-4947-B060-A3C8CA01210E}">
      <dgm:prSet custT="1"/>
      <dgm:spPr>
        <a:solidFill>
          <a:srgbClr val="7C6891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Office Record Management System (IORMS) 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1F8283F-D233-4C91-9D71-A9947713A572}" type="parTrans" cxnId="{0D94175A-27CE-4E46-8346-EF3683F24020}">
      <dgm:prSet/>
      <dgm:spPr/>
      <dgm:t>
        <a:bodyPr/>
        <a:lstStyle/>
        <a:p>
          <a:endParaRPr lang="en-US"/>
        </a:p>
      </dgm:t>
    </dgm:pt>
    <dgm:pt modelId="{496FBA69-6B4E-475A-BE4F-EDF301263524}" type="sibTrans" cxnId="{0D94175A-27CE-4E46-8346-EF3683F24020}">
      <dgm:prSet/>
      <dgm:spPr/>
      <dgm:t>
        <a:bodyPr/>
        <a:lstStyle/>
        <a:p>
          <a:endParaRPr lang="en-US"/>
        </a:p>
      </dgm:t>
    </dgm:pt>
    <dgm:pt modelId="{C49844D2-B90D-4844-BA9D-D89ABC66A582}">
      <dgm:prSet custT="1"/>
      <dgm:spPr>
        <a:solidFill>
          <a:srgbClr val="0090D9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Learning Management System (LMS)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4E6BA487-2C76-4676-9AE5-0FE096F9C234}" type="parTrans" cxnId="{E451DC7E-B160-43B7-95E1-51C4FDCDEE47}">
      <dgm:prSet/>
      <dgm:spPr/>
      <dgm:t>
        <a:bodyPr/>
        <a:lstStyle/>
        <a:p>
          <a:endParaRPr lang="en-US"/>
        </a:p>
      </dgm:t>
    </dgm:pt>
    <dgm:pt modelId="{7E7B52A5-7CF1-4164-A172-A4A181EE4F39}" type="sibTrans" cxnId="{E451DC7E-B160-43B7-95E1-51C4FDCDEE47}">
      <dgm:prSet/>
      <dgm:spPr/>
      <dgm:t>
        <a:bodyPr/>
        <a:lstStyle/>
        <a:p>
          <a:endParaRPr lang="en-US"/>
        </a:p>
      </dgm:t>
    </dgm:pt>
    <dgm:pt modelId="{626E3FC6-D612-4870-A0CC-F5C329E3B294}">
      <dgm:prSet custT="1"/>
      <dgm:spPr>
        <a:solidFill>
          <a:srgbClr val="0090D9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Monitoring &amp; Reporting System (MRS)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E14EF0C-0B42-485C-972F-841708980231}" type="parTrans" cxnId="{2FF2F925-D5D7-4DDC-B549-D49ECB5D730F}">
      <dgm:prSet/>
      <dgm:spPr/>
      <dgm:t>
        <a:bodyPr/>
        <a:lstStyle/>
        <a:p>
          <a:endParaRPr lang="en-US"/>
        </a:p>
      </dgm:t>
    </dgm:pt>
    <dgm:pt modelId="{E63A84E4-5165-4A65-8068-28797020DE18}" type="sibTrans" cxnId="{2FF2F925-D5D7-4DDC-B549-D49ECB5D730F}">
      <dgm:prSet/>
      <dgm:spPr/>
      <dgm:t>
        <a:bodyPr/>
        <a:lstStyle/>
        <a:p>
          <a:endParaRPr lang="en-US"/>
        </a:p>
      </dgm:t>
    </dgm:pt>
    <dgm:pt modelId="{8A419D50-C34F-4ACC-A8BC-E15CC4348FAC}">
      <dgm:prSet custT="1"/>
      <dgm:spPr>
        <a:solidFill>
          <a:srgbClr val="F56036"/>
        </a:solidFill>
      </dgm:spPr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Online Recruiting System (ORS)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FE99B4C1-AC4E-4552-9F33-108CFA097F62}" type="parTrans" cxnId="{829A3DD1-75FF-4843-A95F-0842BA9A8B6B}">
      <dgm:prSet/>
      <dgm:spPr/>
      <dgm:t>
        <a:bodyPr/>
        <a:lstStyle/>
        <a:p>
          <a:endParaRPr lang="en-US"/>
        </a:p>
      </dgm:t>
    </dgm:pt>
    <dgm:pt modelId="{477868E6-9B66-4E2A-8B85-E6A041E187AB}" type="sibTrans" cxnId="{829A3DD1-75FF-4843-A95F-0842BA9A8B6B}">
      <dgm:prSet/>
      <dgm:spPr/>
      <dgm:t>
        <a:bodyPr/>
        <a:lstStyle/>
        <a:p>
          <a:endParaRPr lang="en-US"/>
        </a:p>
      </dgm:t>
    </dgm:pt>
    <dgm:pt modelId="{9D2B1E8A-1C2F-47C1-BD09-C8FDC759ADC7}" type="pres">
      <dgm:prSet presAssocID="{D09F5151-8974-4155-A1A9-8A138849F373}" presName="linear" presStyleCnt="0">
        <dgm:presLayoutVars>
          <dgm:animLvl val="lvl"/>
          <dgm:resizeHandles val="exact"/>
        </dgm:presLayoutVars>
      </dgm:prSet>
      <dgm:spPr/>
    </dgm:pt>
    <dgm:pt modelId="{FE200B7E-A654-4FF4-9CA9-EB1307478D5F}" type="pres">
      <dgm:prSet presAssocID="{1D20348C-CA55-4B83-A9ED-CD3C3348D18E}" presName="parentText" presStyleLbl="node1" presStyleIdx="0" presStyleCnt="12" custScaleY="104190" custLinFactY="-16341" custLinFactNeighborY="-100000">
        <dgm:presLayoutVars>
          <dgm:chMax val="0"/>
          <dgm:bulletEnabled val="1"/>
        </dgm:presLayoutVars>
      </dgm:prSet>
      <dgm:spPr/>
    </dgm:pt>
    <dgm:pt modelId="{F5229728-A40D-45F7-8EF2-12A5B8CE9812}" type="pres">
      <dgm:prSet presAssocID="{5565F4F0-FA2F-49E7-8964-99A00AD088E1}" presName="spacer" presStyleCnt="0"/>
      <dgm:spPr/>
    </dgm:pt>
    <dgm:pt modelId="{5C943553-8430-4712-893D-5D9920A10461}" type="pres">
      <dgm:prSet presAssocID="{F1BB09F6-D5B2-4798-ADE2-441DA68DDA98}" presName="parentText" presStyleLbl="node1" presStyleIdx="1" presStyleCnt="12" custLinFactY="-13514" custLinFactNeighborY="-100000">
        <dgm:presLayoutVars>
          <dgm:chMax val="0"/>
          <dgm:bulletEnabled val="1"/>
        </dgm:presLayoutVars>
      </dgm:prSet>
      <dgm:spPr/>
    </dgm:pt>
    <dgm:pt modelId="{B1B7ED92-A790-40A3-8D4F-8F46D9726D23}" type="pres">
      <dgm:prSet presAssocID="{4A4AFD14-8E88-4515-A294-E75386684056}" presName="spacer" presStyleCnt="0"/>
      <dgm:spPr/>
    </dgm:pt>
    <dgm:pt modelId="{E28F23B7-4241-4AB8-9B9B-A2C47A1A5443}" type="pres">
      <dgm:prSet presAssocID="{0393CC52-C549-4EC8-BB83-AFE81F2E4A55}" presName="parentText" presStyleLbl="node1" presStyleIdx="2" presStyleCnt="12" custLinFactY="-15427" custLinFactNeighborY="-100000">
        <dgm:presLayoutVars>
          <dgm:chMax val="0"/>
          <dgm:bulletEnabled val="1"/>
        </dgm:presLayoutVars>
      </dgm:prSet>
      <dgm:spPr/>
    </dgm:pt>
    <dgm:pt modelId="{5A59F1A2-28F8-4295-AA89-79B2711A8A47}" type="pres">
      <dgm:prSet presAssocID="{D79DB698-7300-49C4-9647-53197D03BF0F}" presName="spacer" presStyleCnt="0"/>
      <dgm:spPr/>
    </dgm:pt>
    <dgm:pt modelId="{B03DBCBC-2EE6-47E5-B8F5-BA85F7E55288}" type="pres">
      <dgm:prSet presAssocID="{0FAE8BAE-BAE0-48A0-B274-9C5CC1F41C66}" presName="parentText" presStyleLbl="node1" presStyleIdx="3" presStyleCnt="12" custLinFactY="-15190" custLinFactNeighborY="-100000">
        <dgm:presLayoutVars>
          <dgm:chMax val="0"/>
          <dgm:bulletEnabled val="1"/>
        </dgm:presLayoutVars>
      </dgm:prSet>
      <dgm:spPr/>
    </dgm:pt>
    <dgm:pt modelId="{79360199-4047-43FC-A0F4-12F163A8B4E8}" type="pres">
      <dgm:prSet presAssocID="{054C6518-BB4A-4B77-BA9E-84682EE5275A}" presName="spacer" presStyleCnt="0"/>
      <dgm:spPr/>
    </dgm:pt>
    <dgm:pt modelId="{00315D54-4598-4DAA-BCB1-ED8B32316676}" type="pres">
      <dgm:prSet presAssocID="{B06E70F7-D487-4E3D-AA58-A84C7B80AF7D}" presName="parentText" presStyleLbl="node1" presStyleIdx="4" presStyleCnt="12" custLinFactY="-13505" custLinFactNeighborY="-100000">
        <dgm:presLayoutVars>
          <dgm:chMax val="0"/>
          <dgm:bulletEnabled val="1"/>
        </dgm:presLayoutVars>
      </dgm:prSet>
      <dgm:spPr/>
    </dgm:pt>
    <dgm:pt modelId="{61AC5AC8-0274-46F7-B6A3-E5D4F1ED1EF8}" type="pres">
      <dgm:prSet presAssocID="{03119AAD-BECC-45C7-A3B6-00535B8D79C5}" presName="spacer" presStyleCnt="0"/>
      <dgm:spPr/>
    </dgm:pt>
    <dgm:pt modelId="{6B694D63-F7F3-4697-A994-467811D529C4}" type="pres">
      <dgm:prSet presAssocID="{3D4AE2B5-EFCF-450A-B960-E742CE49E9B0}" presName="parentText" presStyleLbl="node1" presStyleIdx="5" presStyleCnt="12" custLinFactY="-10578" custLinFactNeighborY="-100000">
        <dgm:presLayoutVars>
          <dgm:chMax val="0"/>
          <dgm:bulletEnabled val="1"/>
        </dgm:presLayoutVars>
      </dgm:prSet>
      <dgm:spPr/>
    </dgm:pt>
    <dgm:pt modelId="{70EFA858-703C-4ADC-96B0-A4854C7058A4}" type="pres">
      <dgm:prSet presAssocID="{401D8EE5-5E40-4837-ABE3-D94E5D8114CD}" presName="spacer" presStyleCnt="0"/>
      <dgm:spPr/>
    </dgm:pt>
    <dgm:pt modelId="{BC376B3C-853D-48D1-9C38-DF000868FEAA}" type="pres">
      <dgm:prSet presAssocID="{14EAB29C-5F57-4947-B060-A3C8CA01210E}" presName="parentText" presStyleLbl="node1" presStyleIdx="6" presStyleCnt="12" custLinFactY="-8970" custLinFactNeighborY="-100000">
        <dgm:presLayoutVars>
          <dgm:chMax val="0"/>
          <dgm:bulletEnabled val="1"/>
        </dgm:presLayoutVars>
      </dgm:prSet>
      <dgm:spPr/>
    </dgm:pt>
    <dgm:pt modelId="{D6ACC904-70B0-45DE-9C40-D03ED228377B}" type="pres">
      <dgm:prSet presAssocID="{496FBA69-6B4E-475A-BE4F-EDF301263524}" presName="spacer" presStyleCnt="0"/>
      <dgm:spPr/>
    </dgm:pt>
    <dgm:pt modelId="{D98D445F-0BC6-4135-BF0C-938D4E798A26}" type="pres">
      <dgm:prSet presAssocID="{8833E17B-CCB9-49B1-9CE9-53C6D897824E}" presName="parentText" presStyleLbl="node1" presStyleIdx="7" presStyleCnt="12" custLinFactY="-7112" custLinFactNeighborY="-100000">
        <dgm:presLayoutVars>
          <dgm:chMax val="0"/>
          <dgm:bulletEnabled val="1"/>
        </dgm:presLayoutVars>
      </dgm:prSet>
      <dgm:spPr/>
    </dgm:pt>
    <dgm:pt modelId="{014830C4-AF7B-46C9-9564-63A0E83F9CCF}" type="pres">
      <dgm:prSet presAssocID="{80A0E974-2AEA-442F-905F-B30F441947C2}" presName="spacer" presStyleCnt="0"/>
      <dgm:spPr/>
    </dgm:pt>
    <dgm:pt modelId="{6776230D-2129-4BD3-BA91-37847B595CE6}" type="pres">
      <dgm:prSet presAssocID="{C49844D2-B90D-4844-BA9D-D89ABC66A582}" presName="parentText" presStyleLbl="node1" presStyleIdx="8" presStyleCnt="12" custLinFactY="-5360" custLinFactNeighborY="-100000">
        <dgm:presLayoutVars>
          <dgm:chMax val="0"/>
          <dgm:bulletEnabled val="1"/>
        </dgm:presLayoutVars>
      </dgm:prSet>
      <dgm:spPr/>
    </dgm:pt>
    <dgm:pt modelId="{3D33EDD5-001F-4E4B-B9A5-2EE3E78552F4}" type="pres">
      <dgm:prSet presAssocID="{7E7B52A5-7CF1-4164-A172-A4A181EE4F39}" presName="spacer" presStyleCnt="0"/>
      <dgm:spPr/>
    </dgm:pt>
    <dgm:pt modelId="{3ED2AD3E-FCF9-4079-ADB3-3164D9D428E4}" type="pres">
      <dgm:prSet presAssocID="{626E3FC6-D612-4870-A0CC-F5C329E3B294}" presName="parentText" presStyleLbl="node1" presStyleIdx="9" presStyleCnt="12" custLinFactY="-4865" custLinFactNeighborY="-100000">
        <dgm:presLayoutVars>
          <dgm:chMax val="0"/>
          <dgm:bulletEnabled val="1"/>
        </dgm:presLayoutVars>
      </dgm:prSet>
      <dgm:spPr/>
    </dgm:pt>
    <dgm:pt modelId="{A6031B3B-C5E7-449C-9979-8169F46E62FA}" type="pres">
      <dgm:prSet presAssocID="{E63A84E4-5165-4A65-8068-28797020DE18}" presName="spacer" presStyleCnt="0"/>
      <dgm:spPr/>
    </dgm:pt>
    <dgm:pt modelId="{1AFCE7D6-1B9F-4520-91B7-F740D6089D1F}" type="pres">
      <dgm:prSet presAssocID="{8A419D50-C34F-4ACC-A8BC-E15CC4348FAC}" presName="parentText" presStyleLbl="node1" presStyleIdx="10" presStyleCnt="12" custLinFactY="-4544" custLinFactNeighborY="-100000">
        <dgm:presLayoutVars>
          <dgm:chMax val="0"/>
          <dgm:bulletEnabled val="1"/>
        </dgm:presLayoutVars>
      </dgm:prSet>
      <dgm:spPr/>
    </dgm:pt>
    <dgm:pt modelId="{6DA3E826-5025-4376-8DBA-B1DDD5129C13}" type="pres">
      <dgm:prSet presAssocID="{477868E6-9B66-4E2A-8B85-E6A041E187AB}" presName="spacer" presStyleCnt="0"/>
      <dgm:spPr/>
    </dgm:pt>
    <dgm:pt modelId="{59832355-830C-420C-A013-7C6650D80DAA}" type="pres">
      <dgm:prSet presAssocID="{3F8A0112-C0F2-4313-A397-9CFA7CC13DA6}" presName="parentText" presStyleLbl="node1" presStyleIdx="11" presStyleCnt="12" custLinFactY="-4963" custLinFactNeighborY="-100000">
        <dgm:presLayoutVars>
          <dgm:chMax val="0"/>
          <dgm:bulletEnabled val="1"/>
        </dgm:presLayoutVars>
      </dgm:prSet>
      <dgm:spPr/>
    </dgm:pt>
  </dgm:ptLst>
  <dgm:cxnLst>
    <dgm:cxn modelId="{9F318709-B548-4AA8-9B45-B576C5D71C20}" srcId="{D09F5151-8974-4155-A1A9-8A138849F373}" destId="{8833E17B-CCB9-49B1-9CE9-53C6D897824E}" srcOrd="7" destOrd="0" parTransId="{59952F47-928E-4368-B114-EA33DF4DDCC8}" sibTransId="{80A0E974-2AEA-442F-905F-B30F441947C2}"/>
    <dgm:cxn modelId="{96A31E11-F563-4093-9BFB-CC7225963BE3}" type="presOf" srcId="{626E3FC6-D612-4870-A0CC-F5C329E3B294}" destId="{3ED2AD3E-FCF9-4079-ADB3-3164D9D428E4}" srcOrd="0" destOrd="0" presId="urn:microsoft.com/office/officeart/2005/8/layout/vList2"/>
    <dgm:cxn modelId="{2FF2F925-D5D7-4DDC-B549-D49ECB5D730F}" srcId="{D09F5151-8974-4155-A1A9-8A138849F373}" destId="{626E3FC6-D612-4870-A0CC-F5C329E3B294}" srcOrd="9" destOrd="0" parTransId="{FE14EF0C-0B42-485C-972F-841708980231}" sibTransId="{E63A84E4-5165-4A65-8068-28797020DE18}"/>
    <dgm:cxn modelId="{3A9E5C2D-EC1B-41D1-A5DD-5B0A97ECA92E}" type="presOf" srcId="{3D4AE2B5-EFCF-450A-B960-E742CE49E9B0}" destId="{6B694D63-F7F3-4697-A994-467811D529C4}" srcOrd="0" destOrd="0" presId="urn:microsoft.com/office/officeart/2005/8/layout/vList2"/>
    <dgm:cxn modelId="{FB929534-9204-4076-9182-981804F3D0C1}" srcId="{D09F5151-8974-4155-A1A9-8A138849F373}" destId="{0393CC52-C549-4EC8-BB83-AFE81F2E4A55}" srcOrd="2" destOrd="0" parTransId="{8F8CC679-3968-4B26-8F0B-1DC8E3B5A19A}" sibTransId="{D79DB698-7300-49C4-9647-53197D03BF0F}"/>
    <dgm:cxn modelId="{E542943B-0DBE-416A-9D49-5907EC9435AB}" type="presOf" srcId="{3F8A0112-C0F2-4313-A397-9CFA7CC13DA6}" destId="{59832355-830C-420C-A013-7C6650D80DAA}" srcOrd="0" destOrd="0" presId="urn:microsoft.com/office/officeart/2005/8/layout/vList2"/>
    <dgm:cxn modelId="{77E67540-448F-48B4-A5D9-D6FF8E5D6D3F}" type="presOf" srcId="{14EAB29C-5F57-4947-B060-A3C8CA01210E}" destId="{BC376B3C-853D-48D1-9C38-DF000868FEAA}" srcOrd="0" destOrd="0" presId="urn:microsoft.com/office/officeart/2005/8/layout/vList2"/>
    <dgm:cxn modelId="{AFA0BB5B-6DA7-4C17-9396-01D166F30802}" srcId="{D09F5151-8974-4155-A1A9-8A138849F373}" destId="{F1BB09F6-D5B2-4798-ADE2-441DA68DDA98}" srcOrd="1" destOrd="0" parTransId="{E3919ECA-416D-4E8D-A9F1-E9B2135DF54C}" sibTransId="{4A4AFD14-8E88-4515-A294-E75386684056}"/>
    <dgm:cxn modelId="{B8411565-62FE-45D5-A52C-47CD7E1840F7}" type="presOf" srcId="{D09F5151-8974-4155-A1A9-8A138849F373}" destId="{9D2B1E8A-1C2F-47C1-BD09-C8FDC759ADC7}" srcOrd="0" destOrd="0" presId="urn:microsoft.com/office/officeart/2005/8/layout/vList2"/>
    <dgm:cxn modelId="{17D11C4B-41FE-4C25-A368-C0CAA63BFEC5}" srcId="{D09F5151-8974-4155-A1A9-8A138849F373}" destId="{1D20348C-CA55-4B83-A9ED-CD3C3348D18E}" srcOrd="0" destOrd="0" parTransId="{F9F0E5AF-4F3B-481F-B3D2-FA06232009E6}" sibTransId="{5565F4F0-FA2F-49E7-8964-99A00AD088E1}"/>
    <dgm:cxn modelId="{014CD073-E2D4-41D9-960D-EDD677792BF5}" type="presOf" srcId="{B06E70F7-D487-4E3D-AA58-A84C7B80AF7D}" destId="{00315D54-4598-4DAA-BCB1-ED8B32316676}" srcOrd="0" destOrd="0" presId="urn:microsoft.com/office/officeart/2005/8/layout/vList2"/>
    <dgm:cxn modelId="{9FC4D158-AE55-448E-BD30-9CBE5D24A29D}" type="presOf" srcId="{8833E17B-CCB9-49B1-9CE9-53C6D897824E}" destId="{D98D445F-0BC6-4135-BF0C-938D4E798A26}" srcOrd="0" destOrd="0" presId="urn:microsoft.com/office/officeart/2005/8/layout/vList2"/>
    <dgm:cxn modelId="{0D94175A-27CE-4E46-8346-EF3683F24020}" srcId="{D09F5151-8974-4155-A1A9-8A138849F373}" destId="{14EAB29C-5F57-4947-B060-A3C8CA01210E}" srcOrd="6" destOrd="0" parTransId="{31F8283F-D233-4C91-9D71-A9947713A572}" sibTransId="{496FBA69-6B4E-475A-BE4F-EDF301263524}"/>
    <dgm:cxn modelId="{E451DC7E-B160-43B7-95E1-51C4FDCDEE47}" srcId="{D09F5151-8974-4155-A1A9-8A138849F373}" destId="{C49844D2-B90D-4844-BA9D-D89ABC66A582}" srcOrd="8" destOrd="0" parTransId="{4E6BA487-2C76-4676-9AE5-0FE096F9C234}" sibTransId="{7E7B52A5-7CF1-4164-A172-A4A181EE4F39}"/>
    <dgm:cxn modelId="{1754B787-C9BC-4E93-98E8-47B16444C0D3}" type="presOf" srcId="{0393CC52-C549-4EC8-BB83-AFE81F2E4A55}" destId="{E28F23B7-4241-4AB8-9B9B-A2C47A1A5443}" srcOrd="0" destOrd="0" presId="urn:microsoft.com/office/officeart/2005/8/layout/vList2"/>
    <dgm:cxn modelId="{D79298A3-0A94-4F48-9B21-4E7AA65309A1}" type="presOf" srcId="{F1BB09F6-D5B2-4798-ADE2-441DA68DDA98}" destId="{5C943553-8430-4712-893D-5D9920A10461}" srcOrd="0" destOrd="0" presId="urn:microsoft.com/office/officeart/2005/8/layout/vList2"/>
    <dgm:cxn modelId="{4D442AB0-8330-4CAC-864C-EDC95F0B80D0}" srcId="{D09F5151-8974-4155-A1A9-8A138849F373}" destId="{3F8A0112-C0F2-4313-A397-9CFA7CC13DA6}" srcOrd="11" destOrd="0" parTransId="{39DDC758-D5F5-4473-92B4-EF715629FFCF}" sibTransId="{196BB554-E382-4E67-B67B-28F41A090676}"/>
    <dgm:cxn modelId="{FC5C13D1-CD76-4DEF-B1D8-C688842B5137}" type="presOf" srcId="{8A419D50-C34F-4ACC-A8BC-E15CC4348FAC}" destId="{1AFCE7D6-1B9F-4520-91B7-F740D6089D1F}" srcOrd="0" destOrd="0" presId="urn:microsoft.com/office/officeart/2005/8/layout/vList2"/>
    <dgm:cxn modelId="{829A3DD1-75FF-4843-A95F-0842BA9A8B6B}" srcId="{D09F5151-8974-4155-A1A9-8A138849F373}" destId="{8A419D50-C34F-4ACC-A8BC-E15CC4348FAC}" srcOrd="10" destOrd="0" parTransId="{FE99B4C1-AC4E-4552-9F33-108CFA097F62}" sibTransId="{477868E6-9B66-4E2A-8B85-E6A041E187AB}"/>
    <dgm:cxn modelId="{43A248E0-5306-49DB-848A-641C70FEF3E2}" srcId="{D09F5151-8974-4155-A1A9-8A138849F373}" destId="{3D4AE2B5-EFCF-450A-B960-E742CE49E9B0}" srcOrd="5" destOrd="0" parTransId="{7DC1B7AD-EE03-47B0-8786-C392588B8CF2}" sibTransId="{401D8EE5-5E40-4837-ABE3-D94E5D8114CD}"/>
    <dgm:cxn modelId="{8A46FDE4-6156-4207-86D5-30E6BFA57989}" type="presOf" srcId="{0FAE8BAE-BAE0-48A0-B274-9C5CC1F41C66}" destId="{B03DBCBC-2EE6-47E5-B8F5-BA85F7E55288}" srcOrd="0" destOrd="0" presId="urn:microsoft.com/office/officeart/2005/8/layout/vList2"/>
    <dgm:cxn modelId="{F1CBBEE6-C88D-4238-94AF-8527B33FCF6D}" type="presOf" srcId="{1D20348C-CA55-4B83-A9ED-CD3C3348D18E}" destId="{FE200B7E-A654-4FF4-9CA9-EB1307478D5F}" srcOrd="0" destOrd="0" presId="urn:microsoft.com/office/officeart/2005/8/layout/vList2"/>
    <dgm:cxn modelId="{1FCF01F4-9C8A-4916-9085-DB9B97CFE173}" type="presOf" srcId="{C49844D2-B90D-4844-BA9D-D89ABC66A582}" destId="{6776230D-2129-4BD3-BA91-37847B595CE6}" srcOrd="0" destOrd="0" presId="urn:microsoft.com/office/officeart/2005/8/layout/vList2"/>
    <dgm:cxn modelId="{39C278F4-C1A9-4964-8D7A-A30156E6F319}" srcId="{D09F5151-8974-4155-A1A9-8A138849F373}" destId="{0FAE8BAE-BAE0-48A0-B274-9C5CC1F41C66}" srcOrd="3" destOrd="0" parTransId="{26700436-CB98-4E93-940E-7DFC7F10950A}" sibTransId="{054C6518-BB4A-4B77-BA9E-84682EE5275A}"/>
    <dgm:cxn modelId="{5978CAF6-BAC9-4161-807A-D39E01BE5601}" srcId="{D09F5151-8974-4155-A1A9-8A138849F373}" destId="{B06E70F7-D487-4E3D-AA58-A84C7B80AF7D}" srcOrd="4" destOrd="0" parTransId="{ADC7A9B0-A941-4210-BBD8-E0F3C9433044}" sibTransId="{03119AAD-BECC-45C7-A3B6-00535B8D79C5}"/>
    <dgm:cxn modelId="{A636D258-7E83-40EB-909C-603C37DF8654}" type="presParOf" srcId="{9D2B1E8A-1C2F-47C1-BD09-C8FDC759ADC7}" destId="{FE200B7E-A654-4FF4-9CA9-EB1307478D5F}" srcOrd="0" destOrd="0" presId="urn:microsoft.com/office/officeart/2005/8/layout/vList2"/>
    <dgm:cxn modelId="{E2C5D575-B46C-4051-990E-895FCCD9E30C}" type="presParOf" srcId="{9D2B1E8A-1C2F-47C1-BD09-C8FDC759ADC7}" destId="{F5229728-A40D-45F7-8EF2-12A5B8CE9812}" srcOrd="1" destOrd="0" presId="urn:microsoft.com/office/officeart/2005/8/layout/vList2"/>
    <dgm:cxn modelId="{96A9256F-8550-49CD-B9B7-1B381E0C6450}" type="presParOf" srcId="{9D2B1E8A-1C2F-47C1-BD09-C8FDC759ADC7}" destId="{5C943553-8430-4712-893D-5D9920A10461}" srcOrd="2" destOrd="0" presId="urn:microsoft.com/office/officeart/2005/8/layout/vList2"/>
    <dgm:cxn modelId="{6F0955AC-C269-494A-A202-1CEA92C6354A}" type="presParOf" srcId="{9D2B1E8A-1C2F-47C1-BD09-C8FDC759ADC7}" destId="{B1B7ED92-A790-40A3-8D4F-8F46D9726D23}" srcOrd="3" destOrd="0" presId="urn:microsoft.com/office/officeart/2005/8/layout/vList2"/>
    <dgm:cxn modelId="{E06344F9-660F-424D-8361-6E3FE7458646}" type="presParOf" srcId="{9D2B1E8A-1C2F-47C1-BD09-C8FDC759ADC7}" destId="{E28F23B7-4241-4AB8-9B9B-A2C47A1A5443}" srcOrd="4" destOrd="0" presId="urn:microsoft.com/office/officeart/2005/8/layout/vList2"/>
    <dgm:cxn modelId="{B34585C0-0F70-40D2-A682-14A1F485DA42}" type="presParOf" srcId="{9D2B1E8A-1C2F-47C1-BD09-C8FDC759ADC7}" destId="{5A59F1A2-28F8-4295-AA89-79B2711A8A47}" srcOrd="5" destOrd="0" presId="urn:microsoft.com/office/officeart/2005/8/layout/vList2"/>
    <dgm:cxn modelId="{69F76DD0-EBD4-4051-A32E-B34D7D43D097}" type="presParOf" srcId="{9D2B1E8A-1C2F-47C1-BD09-C8FDC759ADC7}" destId="{B03DBCBC-2EE6-47E5-B8F5-BA85F7E55288}" srcOrd="6" destOrd="0" presId="urn:microsoft.com/office/officeart/2005/8/layout/vList2"/>
    <dgm:cxn modelId="{DD08F038-6764-4D0A-9320-FF6A2E8C6C28}" type="presParOf" srcId="{9D2B1E8A-1C2F-47C1-BD09-C8FDC759ADC7}" destId="{79360199-4047-43FC-A0F4-12F163A8B4E8}" srcOrd="7" destOrd="0" presId="urn:microsoft.com/office/officeart/2005/8/layout/vList2"/>
    <dgm:cxn modelId="{9ECE4257-B6EA-46F1-A8FD-1540C96A38A5}" type="presParOf" srcId="{9D2B1E8A-1C2F-47C1-BD09-C8FDC759ADC7}" destId="{00315D54-4598-4DAA-BCB1-ED8B32316676}" srcOrd="8" destOrd="0" presId="urn:microsoft.com/office/officeart/2005/8/layout/vList2"/>
    <dgm:cxn modelId="{BD90D7E8-E756-41EE-9B08-34E548C74496}" type="presParOf" srcId="{9D2B1E8A-1C2F-47C1-BD09-C8FDC759ADC7}" destId="{61AC5AC8-0274-46F7-B6A3-E5D4F1ED1EF8}" srcOrd="9" destOrd="0" presId="urn:microsoft.com/office/officeart/2005/8/layout/vList2"/>
    <dgm:cxn modelId="{04782AD0-E7D4-4A5B-AACF-4AD325C19087}" type="presParOf" srcId="{9D2B1E8A-1C2F-47C1-BD09-C8FDC759ADC7}" destId="{6B694D63-F7F3-4697-A994-467811D529C4}" srcOrd="10" destOrd="0" presId="urn:microsoft.com/office/officeart/2005/8/layout/vList2"/>
    <dgm:cxn modelId="{1B5DDD0C-2224-4845-9FBB-86C2C1E60760}" type="presParOf" srcId="{9D2B1E8A-1C2F-47C1-BD09-C8FDC759ADC7}" destId="{70EFA858-703C-4ADC-96B0-A4854C7058A4}" srcOrd="11" destOrd="0" presId="urn:microsoft.com/office/officeart/2005/8/layout/vList2"/>
    <dgm:cxn modelId="{1317B38B-8E69-4073-929D-8B7FD7A28A57}" type="presParOf" srcId="{9D2B1E8A-1C2F-47C1-BD09-C8FDC759ADC7}" destId="{BC376B3C-853D-48D1-9C38-DF000868FEAA}" srcOrd="12" destOrd="0" presId="urn:microsoft.com/office/officeart/2005/8/layout/vList2"/>
    <dgm:cxn modelId="{DE801899-F201-4B04-980D-87FA0E665EB3}" type="presParOf" srcId="{9D2B1E8A-1C2F-47C1-BD09-C8FDC759ADC7}" destId="{D6ACC904-70B0-45DE-9C40-D03ED228377B}" srcOrd="13" destOrd="0" presId="urn:microsoft.com/office/officeart/2005/8/layout/vList2"/>
    <dgm:cxn modelId="{0C0937F0-F409-4ECA-A165-1260C7D149E4}" type="presParOf" srcId="{9D2B1E8A-1C2F-47C1-BD09-C8FDC759ADC7}" destId="{D98D445F-0BC6-4135-BF0C-938D4E798A26}" srcOrd="14" destOrd="0" presId="urn:microsoft.com/office/officeart/2005/8/layout/vList2"/>
    <dgm:cxn modelId="{24411233-3519-429C-B381-863F23DB8083}" type="presParOf" srcId="{9D2B1E8A-1C2F-47C1-BD09-C8FDC759ADC7}" destId="{014830C4-AF7B-46C9-9564-63A0E83F9CCF}" srcOrd="15" destOrd="0" presId="urn:microsoft.com/office/officeart/2005/8/layout/vList2"/>
    <dgm:cxn modelId="{0A098882-A713-4B95-9174-4C229DF66EC7}" type="presParOf" srcId="{9D2B1E8A-1C2F-47C1-BD09-C8FDC759ADC7}" destId="{6776230D-2129-4BD3-BA91-37847B595CE6}" srcOrd="16" destOrd="0" presId="urn:microsoft.com/office/officeart/2005/8/layout/vList2"/>
    <dgm:cxn modelId="{C2EDEAAC-490B-4EC8-AA60-599076279F8A}" type="presParOf" srcId="{9D2B1E8A-1C2F-47C1-BD09-C8FDC759ADC7}" destId="{3D33EDD5-001F-4E4B-B9A5-2EE3E78552F4}" srcOrd="17" destOrd="0" presId="urn:microsoft.com/office/officeart/2005/8/layout/vList2"/>
    <dgm:cxn modelId="{83B16E49-7607-436A-8514-E35444CC2779}" type="presParOf" srcId="{9D2B1E8A-1C2F-47C1-BD09-C8FDC759ADC7}" destId="{3ED2AD3E-FCF9-4079-ADB3-3164D9D428E4}" srcOrd="18" destOrd="0" presId="urn:microsoft.com/office/officeart/2005/8/layout/vList2"/>
    <dgm:cxn modelId="{2FD781B7-8D79-43D0-8CC5-8CFD1CE00FF7}" type="presParOf" srcId="{9D2B1E8A-1C2F-47C1-BD09-C8FDC759ADC7}" destId="{A6031B3B-C5E7-449C-9979-8169F46E62FA}" srcOrd="19" destOrd="0" presId="urn:microsoft.com/office/officeart/2005/8/layout/vList2"/>
    <dgm:cxn modelId="{6BE41C81-A940-45CA-85DD-46A27178B279}" type="presParOf" srcId="{9D2B1E8A-1C2F-47C1-BD09-C8FDC759ADC7}" destId="{1AFCE7D6-1B9F-4520-91B7-F740D6089D1F}" srcOrd="20" destOrd="0" presId="urn:microsoft.com/office/officeart/2005/8/layout/vList2"/>
    <dgm:cxn modelId="{E4827313-5221-4745-BEB3-1DED0DABA66A}" type="presParOf" srcId="{9D2B1E8A-1C2F-47C1-BD09-C8FDC759ADC7}" destId="{6DA3E826-5025-4376-8DBA-B1DDD5129C13}" srcOrd="21" destOrd="0" presId="urn:microsoft.com/office/officeart/2005/8/layout/vList2"/>
    <dgm:cxn modelId="{9E56CC7E-5516-44D4-B9CE-B0536F1C241F}" type="presParOf" srcId="{9D2B1E8A-1C2F-47C1-BD09-C8FDC759ADC7}" destId="{59832355-830C-420C-A013-7C6650D80DAA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9F5151-8974-4155-A1A9-8A138849F3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54310-239B-4102-80E6-9EC6C6A4E5D5}">
      <dgm:prSet custT="1"/>
      <dgm:spPr>
        <a:solidFill>
          <a:srgbClr val="079693"/>
        </a:solidFill>
      </dgm:spPr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Scheduler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51E58B1B-338C-4354-AFBB-A9ED84F7521D}" type="parTrans" cxnId="{3FE205E9-1F37-4273-BE95-31BDF5E7642A}">
      <dgm:prSet/>
      <dgm:spPr/>
      <dgm:t>
        <a:bodyPr/>
        <a:lstStyle/>
        <a:p>
          <a:endParaRPr lang="en-US"/>
        </a:p>
      </dgm:t>
    </dgm:pt>
    <dgm:pt modelId="{FC360C4B-F73C-41A5-A115-3736A4E1993D}" type="sibTrans" cxnId="{3FE205E9-1F37-4273-BE95-31BDF5E7642A}">
      <dgm:prSet/>
      <dgm:spPr/>
      <dgm:t>
        <a:bodyPr/>
        <a:lstStyle/>
        <a:p>
          <a:endParaRPr lang="en-US"/>
        </a:p>
      </dgm:t>
    </dgm:pt>
    <dgm:pt modelId="{9D2B1E8A-1C2F-47C1-BD09-C8FDC759ADC7}" type="pres">
      <dgm:prSet presAssocID="{D09F5151-8974-4155-A1A9-8A138849F373}" presName="linear" presStyleCnt="0">
        <dgm:presLayoutVars>
          <dgm:animLvl val="lvl"/>
          <dgm:resizeHandles val="exact"/>
        </dgm:presLayoutVars>
      </dgm:prSet>
      <dgm:spPr/>
    </dgm:pt>
    <dgm:pt modelId="{95AD8BD2-6534-4F63-A4F2-B38A18A6A8A0}" type="pres">
      <dgm:prSet presAssocID="{58F54310-239B-4102-80E6-9EC6C6A4E5D5}" presName="parentText" presStyleLbl="node1" presStyleIdx="0" presStyleCnt="1" custScaleX="98916" custScaleY="146247" custLinFactNeighborX="902" custLinFactNeighborY="-3076">
        <dgm:presLayoutVars>
          <dgm:chMax val="0"/>
          <dgm:bulletEnabled val="1"/>
        </dgm:presLayoutVars>
      </dgm:prSet>
      <dgm:spPr/>
    </dgm:pt>
  </dgm:ptLst>
  <dgm:cxnLst>
    <dgm:cxn modelId="{FB624A56-846F-4A60-A32B-C2C17BFCB9B9}" type="presOf" srcId="{58F54310-239B-4102-80E6-9EC6C6A4E5D5}" destId="{95AD8BD2-6534-4F63-A4F2-B38A18A6A8A0}" srcOrd="0" destOrd="0" presId="urn:microsoft.com/office/officeart/2005/8/layout/vList2"/>
    <dgm:cxn modelId="{48AEE8A1-3BF7-4C79-9245-644B2992202E}" type="presOf" srcId="{D09F5151-8974-4155-A1A9-8A138849F373}" destId="{9D2B1E8A-1C2F-47C1-BD09-C8FDC759ADC7}" srcOrd="0" destOrd="0" presId="urn:microsoft.com/office/officeart/2005/8/layout/vList2"/>
    <dgm:cxn modelId="{3FE205E9-1F37-4273-BE95-31BDF5E7642A}" srcId="{D09F5151-8974-4155-A1A9-8A138849F373}" destId="{58F54310-239B-4102-80E6-9EC6C6A4E5D5}" srcOrd="0" destOrd="0" parTransId="{51E58B1B-338C-4354-AFBB-A9ED84F7521D}" sibTransId="{FC360C4B-F73C-41A5-A115-3736A4E1993D}"/>
    <dgm:cxn modelId="{A2F6DDE9-21C9-479B-BA01-A11358E2008B}" type="presParOf" srcId="{9D2B1E8A-1C2F-47C1-BD09-C8FDC759ADC7}" destId="{95AD8BD2-6534-4F63-A4F2-B38A18A6A8A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371B2E-60EB-448B-985E-72B3194E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2FD144-82C9-49D2-BF4D-4F76B04E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Tender management (Tender, Patty-Purchase)</a:t>
          </a:r>
        </a:p>
      </dgm:t>
    </dgm:pt>
    <dgm:pt modelId="{C02B5679-3265-4F96-A591-F14C583D2391}" type="parTrans" cxnId="{13D1DB03-A845-4F72-ACF7-2C05D0409324}">
      <dgm:prSet/>
      <dgm:spPr/>
      <dgm:t>
        <a:bodyPr/>
        <a:lstStyle/>
        <a:p>
          <a:endParaRPr lang="en-US"/>
        </a:p>
      </dgm:t>
    </dgm:pt>
    <dgm:pt modelId="{2FEBEB69-6E69-4292-A76D-EB845914D0F9}" type="sibTrans" cxnId="{13D1DB03-A845-4F72-ACF7-2C05D0409324}">
      <dgm:prSet/>
      <dgm:spPr/>
      <dgm:t>
        <a:bodyPr/>
        <a:lstStyle/>
        <a:p>
          <a:endParaRPr lang="en-US"/>
        </a:p>
      </dgm:t>
    </dgm:pt>
    <dgm:pt modelId="{BDDBC5EE-7E8A-4204-BF1F-8C1FCEAA22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Vendor evaluation and bidding</a:t>
          </a:r>
        </a:p>
      </dgm:t>
    </dgm:pt>
    <dgm:pt modelId="{F2B727FA-C08F-478E-A424-3DDEC6167459}" type="parTrans" cxnId="{634E531F-29ED-4EA9-80E6-628828225DB3}">
      <dgm:prSet/>
      <dgm:spPr/>
      <dgm:t>
        <a:bodyPr/>
        <a:lstStyle/>
        <a:p>
          <a:endParaRPr lang="en-US"/>
        </a:p>
      </dgm:t>
    </dgm:pt>
    <dgm:pt modelId="{BAED8037-94DD-4649-B088-61C690FA2FDB}" type="sibTrans" cxnId="{634E531F-29ED-4EA9-80E6-628828225DB3}">
      <dgm:prSet/>
      <dgm:spPr/>
      <dgm:t>
        <a:bodyPr/>
        <a:lstStyle/>
        <a:p>
          <a:endParaRPr lang="en-US"/>
        </a:p>
      </dgm:t>
    </dgm:pt>
    <dgm:pt modelId="{1F1E8322-E1C3-40AD-AAF5-B3A6AFC300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Purchase order creation and tracking</a:t>
          </a:r>
        </a:p>
      </dgm:t>
    </dgm:pt>
    <dgm:pt modelId="{763D9279-04AF-4BB8-8B15-9ED9B00EC635}" type="parTrans" cxnId="{4B74327B-57E4-4F37-BDF9-3C479AAE5DB9}">
      <dgm:prSet/>
      <dgm:spPr/>
      <dgm:t>
        <a:bodyPr/>
        <a:lstStyle/>
        <a:p>
          <a:endParaRPr lang="en-US"/>
        </a:p>
      </dgm:t>
    </dgm:pt>
    <dgm:pt modelId="{0540860B-B25C-4407-9151-54ECCFF3F233}" type="sibTrans" cxnId="{4B74327B-57E4-4F37-BDF9-3C479AAE5DB9}">
      <dgm:prSet/>
      <dgm:spPr/>
      <dgm:t>
        <a:bodyPr/>
        <a:lstStyle/>
        <a:p>
          <a:endParaRPr lang="en-US"/>
        </a:p>
      </dgm:t>
    </dgm:pt>
    <dgm:pt modelId="{F5B12E7C-B70A-4B87-87FD-971A2503C559}" type="pres">
      <dgm:prSet presAssocID="{26371B2E-60EB-448B-985E-72B3194E4FE2}" presName="root" presStyleCnt="0">
        <dgm:presLayoutVars>
          <dgm:dir/>
          <dgm:resizeHandles val="exact"/>
        </dgm:presLayoutVars>
      </dgm:prSet>
      <dgm:spPr/>
    </dgm:pt>
    <dgm:pt modelId="{4C5BD9B7-F575-4A33-A81F-2B595ABE0F24}" type="pres">
      <dgm:prSet presAssocID="{4B2FD144-82C9-49D2-BF4D-4F76B04EDF20}" presName="compNode" presStyleCnt="0"/>
      <dgm:spPr/>
    </dgm:pt>
    <dgm:pt modelId="{712779E6-6E0F-4315-ADCF-075C0ADE27A2}" type="pres">
      <dgm:prSet presAssocID="{4B2FD144-82C9-49D2-BF4D-4F76B04EDF20}" presName="bgRect" presStyleLbl="bgShp" presStyleIdx="0" presStyleCnt="3"/>
      <dgm:spPr/>
    </dgm:pt>
    <dgm:pt modelId="{9CFA4DF3-D2B5-4642-88BE-86A420393710}" type="pres">
      <dgm:prSet presAssocID="{4B2FD144-82C9-49D2-BF4D-4F76B04EDF20}" presName="iconRect" presStyleLbl="node1" presStyleIdx="0" presStyleCnt="3"/>
      <dgm:spPr/>
    </dgm:pt>
    <dgm:pt modelId="{6D67A83A-C791-4C72-A124-644E0A435F0D}" type="pres">
      <dgm:prSet presAssocID="{4B2FD144-82C9-49D2-BF4D-4F76B04EDF20}" presName="spaceRect" presStyleCnt="0"/>
      <dgm:spPr/>
    </dgm:pt>
    <dgm:pt modelId="{358F965C-2F0A-43B4-A478-5C14AE78A37B}" type="pres">
      <dgm:prSet presAssocID="{4B2FD144-82C9-49D2-BF4D-4F76B04EDF20}" presName="parTx" presStyleLbl="revTx" presStyleIdx="0" presStyleCnt="3">
        <dgm:presLayoutVars>
          <dgm:chMax val="0"/>
          <dgm:chPref val="0"/>
        </dgm:presLayoutVars>
      </dgm:prSet>
      <dgm:spPr/>
    </dgm:pt>
    <dgm:pt modelId="{A7CB88D3-F667-4F9B-A613-B48EFE375B47}" type="pres">
      <dgm:prSet presAssocID="{2FEBEB69-6E69-4292-A76D-EB845914D0F9}" presName="sibTrans" presStyleCnt="0"/>
      <dgm:spPr/>
    </dgm:pt>
    <dgm:pt modelId="{76B56155-BCC9-4B1D-A050-209F2E35DE32}" type="pres">
      <dgm:prSet presAssocID="{BDDBC5EE-7E8A-4204-BF1F-8C1FCEAA22F8}" presName="compNode" presStyleCnt="0"/>
      <dgm:spPr/>
    </dgm:pt>
    <dgm:pt modelId="{D8F686CD-1765-4FA3-BDEE-451FB75A579E}" type="pres">
      <dgm:prSet presAssocID="{BDDBC5EE-7E8A-4204-BF1F-8C1FCEAA22F8}" presName="bgRect" presStyleLbl="bgShp" presStyleIdx="1" presStyleCnt="3"/>
      <dgm:spPr/>
    </dgm:pt>
    <dgm:pt modelId="{25537931-6B39-4B90-95C5-01F9BAD62F8E}" type="pres">
      <dgm:prSet presAssocID="{BDDBC5EE-7E8A-4204-BF1F-8C1FCEAA22F8}" presName="iconRect" presStyleLbl="node1" presStyleIdx="1" presStyleCnt="3"/>
      <dgm:spPr/>
    </dgm:pt>
    <dgm:pt modelId="{AB6176E2-CE30-4820-A1F6-C58ECA995323}" type="pres">
      <dgm:prSet presAssocID="{BDDBC5EE-7E8A-4204-BF1F-8C1FCEAA22F8}" presName="spaceRect" presStyleCnt="0"/>
      <dgm:spPr/>
    </dgm:pt>
    <dgm:pt modelId="{5C8B0B1B-EB9F-4BFE-8E56-2F8E56714222}" type="pres">
      <dgm:prSet presAssocID="{BDDBC5EE-7E8A-4204-BF1F-8C1FCEAA22F8}" presName="parTx" presStyleLbl="revTx" presStyleIdx="1" presStyleCnt="3">
        <dgm:presLayoutVars>
          <dgm:chMax val="0"/>
          <dgm:chPref val="0"/>
        </dgm:presLayoutVars>
      </dgm:prSet>
      <dgm:spPr/>
    </dgm:pt>
    <dgm:pt modelId="{ED7BAEB8-84CF-4440-BA06-343DE946B11B}" type="pres">
      <dgm:prSet presAssocID="{BAED8037-94DD-4649-B088-61C690FA2FDB}" presName="sibTrans" presStyleCnt="0"/>
      <dgm:spPr/>
    </dgm:pt>
    <dgm:pt modelId="{8C7A5CC7-5C14-4F52-84FD-9271A03A6BB9}" type="pres">
      <dgm:prSet presAssocID="{1F1E8322-E1C3-40AD-AAF5-B3A6AFC30020}" presName="compNode" presStyleCnt="0"/>
      <dgm:spPr/>
    </dgm:pt>
    <dgm:pt modelId="{2B373A4C-CE26-43A5-A94E-862FAF4E1AD7}" type="pres">
      <dgm:prSet presAssocID="{1F1E8322-E1C3-40AD-AAF5-B3A6AFC30020}" presName="bgRect" presStyleLbl="bgShp" presStyleIdx="2" presStyleCnt="3"/>
      <dgm:spPr/>
    </dgm:pt>
    <dgm:pt modelId="{3CBBFE11-6A3D-4135-BDEF-B0D9E9E35BF5}" type="pres">
      <dgm:prSet presAssocID="{1F1E8322-E1C3-40AD-AAF5-B3A6AFC30020}" presName="iconRect" presStyleLbl="node1" presStyleIdx="2" presStyleCnt="3"/>
      <dgm:spPr/>
    </dgm:pt>
    <dgm:pt modelId="{10847818-4109-4317-B4CC-C4DE6E719552}" type="pres">
      <dgm:prSet presAssocID="{1F1E8322-E1C3-40AD-AAF5-B3A6AFC30020}" presName="spaceRect" presStyleCnt="0"/>
      <dgm:spPr/>
    </dgm:pt>
    <dgm:pt modelId="{7D7731C2-4974-427B-9E46-910B1BDB5681}" type="pres">
      <dgm:prSet presAssocID="{1F1E8322-E1C3-40AD-AAF5-B3A6AFC300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D1DB03-A845-4F72-ACF7-2C05D0409324}" srcId="{26371B2E-60EB-448B-985E-72B3194E4FE2}" destId="{4B2FD144-82C9-49D2-BF4D-4F76B04EDF20}" srcOrd="0" destOrd="0" parTransId="{C02B5679-3265-4F96-A591-F14C583D2391}" sibTransId="{2FEBEB69-6E69-4292-A76D-EB845914D0F9}"/>
    <dgm:cxn modelId="{46E5040C-F3BA-4FF9-A7AD-04D9E677BDF4}" type="presOf" srcId="{4B2FD144-82C9-49D2-BF4D-4F76B04EDF20}" destId="{358F965C-2F0A-43B4-A478-5C14AE78A37B}" srcOrd="0" destOrd="0" presId="urn:microsoft.com/office/officeart/2018/2/layout/IconVerticalSolidList"/>
    <dgm:cxn modelId="{634E531F-29ED-4EA9-80E6-628828225DB3}" srcId="{26371B2E-60EB-448B-985E-72B3194E4FE2}" destId="{BDDBC5EE-7E8A-4204-BF1F-8C1FCEAA22F8}" srcOrd="1" destOrd="0" parTransId="{F2B727FA-C08F-478E-A424-3DDEC6167459}" sibTransId="{BAED8037-94DD-4649-B088-61C690FA2FDB}"/>
    <dgm:cxn modelId="{4C4AF546-BE3B-4368-B7A6-1366851AE2E0}" type="presOf" srcId="{BDDBC5EE-7E8A-4204-BF1F-8C1FCEAA22F8}" destId="{5C8B0B1B-EB9F-4BFE-8E56-2F8E56714222}" srcOrd="0" destOrd="0" presId="urn:microsoft.com/office/officeart/2018/2/layout/IconVerticalSolidList"/>
    <dgm:cxn modelId="{AE0CD369-1CD5-4568-94D3-C6F1B7668C2A}" type="presOf" srcId="{1F1E8322-E1C3-40AD-AAF5-B3A6AFC30020}" destId="{7D7731C2-4974-427B-9E46-910B1BDB5681}" srcOrd="0" destOrd="0" presId="urn:microsoft.com/office/officeart/2018/2/layout/IconVerticalSolidList"/>
    <dgm:cxn modelId="{4B74327B-57E4-4F37-BDF9-3C479AAE5DB9}" srcId="{26371B2E-60EB-448B-985E-72B3194E4FE2}" destId="{1F1E8322-E1C3-40AD-AAF5-B3A6AFC30020}" srcOrd="2" destOrd="0" parTransId="{763D9279-04AF-4BB8-8B15-9ED9B00EC635}" sibTransId="{0540860B-B25C-4407-9151-54ECCFF3F233}"/>
    <dgm:cxn modelId="{E6C23D9C-EE41-4B25-8754-2D483512994F}" type="presOf" srcId="{26371B2E-60EB-448B-985E-72B3194E4FE2}" destId="{F5B12E7C-B70A-4B87-87FD-971A2503C559}" srcOrd="0" destOrd="0" presId="urn:microsoft.com/office/officeart/2018/2/layout/IconVerticalSolidList"/>
    <dgm:cxn modelId="{1393ABA0-7C2E-4E02-8497-2A0BA1351195}" type="presParOf" srcId="{F5B12E7C-B70A-4B87-87FD-971A2503C559}" destId="{4C5BD9B7-F575-4A33-A81F-2B595ABE0F24}" srcOrd="0" destOrd="0" presId="urn:microsoft.com/office/officeart/2018/2/layout/IconVerticalSolidList"/>
    <dgm:cxn modelId="{A13E3C12-CF9F-4AE0-B855-7573AEE59FB1}" type="presParOf" srcId="{4C5BD9B7-F575-4A33-A81F-2B595ABE0F24}" destId="{712779E6-6E0F-4315-ADCF-075C0ADE27A2}" srcOrd="0" destOrd="0" presId="urn:microsoft.com/office/officeart/2018/2/layout/IconVerticalSolidList"/>
    <dgm:cxn modelId="{3786C272-F787-4520-903E-E950AC5AFE4B}" type="presParOf" srcId="{4C5BD9B7-F575-4A33-A81F-2B595ABE0F24}" destId="{9CFA4DF3-D2B5-4642-88BE-86A420393710}" srcOrd="1" destOrd="0" presId="urn:microsoft.com/office/officeart/2018/2/layout/IconVerticalSolidList"/>
    <dgm:cxn modelId="{39BC6D1A-733D-4F5D-A221-D6B18A22BA46}" type="presParOf" srcId="{4C5BD9B7-F575-4A33-A81F-2B595ABE0F24}" destId="{6D67A83A-C791-4C72-A124-644E0A435F0D}" srcOrd="2" destOrd="0" presId="urn:microsoft.com/office/officeart/2018/2/layout/IconVerticalSolidList"/>
    <dgm:cxn modelId="{162EF368-C3A1-4199-B70B-66D7F93FCDDE}" type="presParOf" srcId="{4C5BD9B7-F575-4A33-A81F-2B595ABE0F24}" destId="{358F965C-2F0A-43B4-A478-5C14AE78A37B}" srcOrd="3" destOrd="0" presId="urn:microsoft.com/office/officeart/2018/2/layout/IconVerticalSolidList"/>
    <dgm:cxn modelId="{AD0A1071-6646-49DB-A988-84B647E87853}" type="presParOf" srcId="{F5B12E7C-B70A-4B87-87FD-971A2503C559}" destId="{A7CB88D3-F667-4F9B-A613-B48EFE375B47}" srcOrd="1" destOrd="0" presId="urn:microsoft.com/office/officeart/2018/2/layout/IconVerticalSolidList"/>
    <dgm:cxn modelId="{F938C591-3F47-4635-AFD8-75285A08BDC3}" type="presParOf" srcId="{F5B12E7C-B70A-4B87-87FD-971A2503C559}" destId="{76B56155-BCC9-4B1D-A050-209F2E35DE32}" srcOrd="2" destOrd="0" presId="urn:microsoft.com/office/officeart/2018/2/layout/IconVerticalSolidList"/>
    <dgm:cxn modelId="{C12C59D8-A045-475A-94EB-44784EB0EB35}" type="presParOf" srcId="{76B56155-BCC9-4B1D-A050-209F2E35DE32}" destId="{D8F686CD-1765-4FA3-BDEE-451FB75A579E}" srcOrd="0" destOrd="0" presId="urn:microsoft.com/office/officeart/2018/2/layout/IconVerticalSolidList"/>
    <dgm:cxn modelId="{AFB19ADC-98D4-44D3-995B-2E6D0FDB3113}" type="presParOf" srcId="{76B56155-BCC9-4B1D-A050-209F2E35DE32}" destId="{25537931-6B39-4B90-95C5-01F9BAD62F8E}" srcOrd="1" destOrd="0" presId="urn:microsoft.com/office/officeart/2018/2/layout/IconVerticalSolidList"/>
    <dgm:cxn modelId="{19D9994B-1624-407F-8424-D4EB91C5CA4F}" type="presParOf" srcId="{76B56155-BCC9-4B1D-A050-209F2E35DE32}" destId="{AB6176E2-CE30-4820-A1F6-C58ECA995323}" srcOrd="2" destOrd="0" presId="urn:microsoft.com/office/officeart/2018/2/layout/IconVerticalSolidList"/>
    <dgm:cxn modelId="{9B9D4022-22A7-4EE6-8473-27A996E9C3EF}" type="presParOf" srcId="{76B56155-BCC9-4B1D-A050-209F2E35DE32}" destId="{5C8B0B1B-EB9F-4BFE-8E56-2F8E56714222}" srcOrd="3" destOrd="0" presId="urn:microsoft.com/office/officeart/2018/2/layout/IconVerticalSolidList"/>
    <dgm:cxn modelId="{3FD2917A-E998-4A02-9DD9-FA66FC1F1B15}" type="presParOf" srcId="{F5B12E7C-B70A-4B87-87FD-971A2503C559}" destId="{ED7BAEB8-84CF-4440-BA06-343DE946B11B}" srcOrd="3" destOrd="0" presId="urn:microsoft.com/office/officeart/2018/2/layout/IconVerticalSolidList"/>
    <dgm:cxn modelId="{C583A79D-41A0-4877-9865-479F097329CF}" type="presParOf" srcId="{F5B12E7C-B70A-4B87-87FD-971A2503C559}" destId="{8C7A5CC7-5C14-4F52-84FD-9271A03A6BB9}" srcOrd="4" destOrd="0" presId="urn:microsoft.com/office/officeart/2018/2/layout/IconVerticalSolidList"/>
    <dgm:cxn modelId="{7A6A77A0-DAE1-4112-8B9C-9644BF3C2A3C}" type="presParOf" srcId="{8C7A5CC7-5C14-4F52-84FD-9271A03A6BB9}" destId="{2B373A4C-CE26-43A5-A94E-862FAF4E1AD7}" srcOrd="0" destOrd="0" presId="urn:microsoft.com/office/officeart/2018/2/layout/IconVerticalSolidList"/>
    <dgm:cxn modelId="{DFEB559D-94EB-4532-9A48-AC36BC301300}" type="presParOf" srcId="{8C7A5CC7-5C14-4F52-84FD-9271A03A6BB9}" destId="{3CBBFE11-6A3D-4135-BDEF-B0D9E9E35BF5}" srcOrd="1" destOrd="0" presId="urn:microsoft.com/office/officeart/2018/2/layout/IconVerticalSolidList"/>
    <dgm:cxn modelId="{1DE69F6A-9EE4-44F8-9A66-B4CEB27B3D40}" type="presParOf" srcId="{8C7A5CC7-5C14-4F52-84FD-9271A03A6BB9}" destId="{10847818-4109-4317-B4CC-C4DE6E719552}" srcOrd="2" destOrd="0" presId="urn:microsoft.com/office/officeart/2018/2/layout/IconVerticalSolidList"/>
    <dgm:cxn modelId="{BB2F196A-449A-437E-BE0A-D09C24905948}" type="presParOf" srcId="{8C7A5CC7-5C14-4F52-84FD-9271A03A6BB9}" destId="{7D7731C2-4974-427B-9E46-910B1BDB56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371B2E-60EB-448B-985E-72B3194E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2FD144-82C9-49D2-BF4D-4F76B04E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Request generation from authorized Official/Officials</a:t>
          </a:r>
        </a:p>
      </dgm:t>
    </dgm:pt>
    <dgm:pt modelId="{C02B5679-3265-4F96-A591-F14C583D2391}" type="parTrans" cxnId="{13D1DB03-A845-4F72-ACF7-2C05D0409324}">
      <dgm:prSet/>
      <dgm:spPr/>
      <dgm:t>
        <a:bodyPr/>
        <a:lstStyle/>
        <a:p>
          <a:endParaRPr lang="en-US"/>
        </a:p>
      </dgm:t>
    </dgm:pt>
    <dgm:pt modelId="{2FEBEB69-6E69-4292-A76D-EB845914D0F9}" type="sibTrans" cxnId="{13D1DB03-A845-4F72-ACF7-2C05D0409324}">
      <dgm:prSet/>
      <dgm:spPr/>
      <dgm:t>
        <a:bodyPr/>
        <a:lstStyle/>
        <a:p>
          <a:endParaRPr lang="en-US"/>
        </a:p>
      </dgm:t>
    </dgm:pt>
    <dgm:pt modelId="{3E280004-3488-430D-9C34-1946653EA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3-level approval workflow</a:t>
          </a:r>
        </a:p>
      </dgm:t>
    </dgm:pt>
    <dgm:pt modelId="{BFCADEC4-E516-4A12-91E2-11446BC9BD0B}" type="parTrans" cxnId="{1C8061F1-5FB0-494A-8AC4-465EB886EBFE}">
      <dgm:prSet/>
      <dgm:spPr/>
      <dgm:t>
        <a:bodyPr/>
        <a:lstStyle/>
        <a:p>
          <a:endParaRPr lang="en-US"/>
        </a:p>
      </dgm:t>
    </dgm:pt>
    <dgm:pt modelId="{A9FBF67A-DDB7-426E-9384-98FADD985CAD}" type="sibTrans" cxnId="{1C8061F1-5FB0-494A-8AC4-465EB886EBFE}">
      <dgm:prSet/>
      <dgm:spPr/>
      <dgm:t>
        <a:bodyPr/>
        <a:lstStyle/>
        <a:p>
          <a:endParaRPr lang="en-US"/>
        </a:p>
      </dgm:t>
    </dgm:pt>
    <dgm:pt modelId="{5BD927E9-138E-4474-BA89-FF28B67F18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Per-item decision making (Approve/Return/Reject)</a:t>
          </a:r>
        </a:p>
      </dgm:t>
    </dgm:pt>
    <dgm:pt modelId="{F113C5ED-2B51-47BF-B426-2CA2359445C1}" type="parTrans" cxnId="{0AFF3ABD-8BD1-49CB-94AE-F0B70399C1A6}">
      <dgm:prSet/>
      <dgm:spPr/>
      <dgm:t>
        <a:bodyPr/>
        <a:lstStyle/>
        <a:p>
          <a:endParaRPr lang="en-US"/>
        </a:p>
      </dgm:t>
    </dgm:pt>
    <dgm:pt modelId="{28CB372E-180C-4972-9C54-9A89C9B20215}" type="sibTrans" cxnId="{0AFF3ABD-8BD1-49CB-94AE-F0B70399C1A6}">
      <dgm:prSet/>
      <dgm:spPr/>
      <dgm:t>
        <a:bodyPr/>
        <a:lstStyle/>
        <a:p>
          <a:endParaRPr lang="en-US"/>
        </a:p>
      </dgm:t>
    </dgm:pt>
    <dgm:pt modelId="{23061EC4-AAB0-4921-B6B4-DD6741757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Automatic inventory deduction</a:t>
          </a:r>
        </a:p>
      </dgm:t>
    </dgm:pt>
    <dgm:pt modelId="{B857F8C2-4F00-4869-9C16-6D8E97920939}" type="parTrans" cxnId="{E14A2A05-A39D-4C93-9F25-3F71FA5A7144}">
      <dgm:prSet/>
      <dgm:spPr/>
      <dgm:t>
        <a:bodyPr/>
        <a:lstStyle/>
        <a:p>
          <a:endParaRPr lang="en-US"/>
        </a:p>
      </dgm:t>
    </dgm:pt>
    <dgm:pt modelId="{5B1494E1-D56C-4F0A-9904-BCDAD02FE936}" type="sibTrans" cxnId="{E14A2A05-A39D-4C93-9F25-3F71FA5A7144}">
      <dgm:prSet/>
      <dgm:spPr/>
      <dgm:t>
        <a:bodyPr/>
        <a:lstStyle/>
        <a:p>
          <a:endParaRPr lang="en-US"/>
        </a:p>
      </dgm:t>
    </dgm:pt>
    <dgm:pt modelId="{F5B12E7C-B70A-4B87-87FD-971A2503C559}" type="pres">
      <dgm:prSet presAssocID="{26371B2E-60EB-448B-985E-72B3194E4FE2}" presName="root" presStyleCnt="0">
        <dgm:presLayoutVars>
          <dgm:dir/>
          <dgm:resizeHandles val="exact"/>
        </dgm:presLayoutVars>
      </dgm:prSet>
      <dgm:spPr/>
    </dgm:pt>
    <dgm:pt modelId="{4C5BD9B7-F575-4A33-A81F-2B595ABE0F24}" type="pres">
      <dgm:prSet presAssocID="{4B2FD144-82C9-49D2-BF4D-4F76B04EDF20}" presName="compNode" presStyleCnt="0"/>
      <dgm:spPr/>
    </dgm:pt>
    <dgm:pt modelId="{712779E6-6E0F-4315-ADCF-075C0ADE27A2}" type="pres">
      <dgm:prSet presAssocID="{4B2FD144-82C9-49D2-BF4D-4F76B04EDF20}" presName="bgRect" presStyleLbl="bgShp" presStyleIdx="0" presStyleCnt="4"/>
      <dgm:spPr/>
    </dgm:pt>
    <dgm:pt modelId="{9CFA4DF3-D2B5-4642-88BE-86A420393710}" type="pres">
      <dgm:prSet presAssocID="{4B2FD144-82C9-49D2-BF4D-4F76B04EDF20}" presName="iconRect" presStyleLbl="node1" presStyleIdx="0" presStyleCnt="4"/>
      <dgm:spPr/>
    </dgm:pt>
    <dgm:pt modelId="{6D67A83A-C791-4C72-A124-644E0A435F0D}" type="pres">
      <dgm:prSet presAssocID="{4B2FD144-82C9-49D2-BF4D-4F76B04EDF20}" presName="spaceRect" presStyleCnt="0"/>
      <dgm:spPr/>
    </dgm:pt>
    <dgm:pt modelId="{358F965C-2F0A-43B4-A478-5C14AE78A37B}" type="pres">
      <dgm:prSet presAssocID="{4B2FD144-82C9-49D2-BF4D-4F76B04EDF20}" presName="parTx" presStyleLbl="revTx" presStyleIdx="0" presStyleCnt="4">
        <dgm:presLayoutVars>
          <dgm:chMax val="0"/>
          <dgm:chPref val="0"/>
        </dgm:presLayoutVars>
      </dgm:prSet>
      <dgm:spPr/>
    </dgm:pt>
    <dgm:pt modelId="{A7CB88D3-F667-4F9B-A613-B48EFE375B47}" type="pres">
      <dgm:prSet presAssocID="{2FEBEB69-6E69-4292-A76D-EB845914D0F9}" presName="sibTrans" presStyleCnt="0"/>
      <dgm:spPr/>
    </dgm:pt>
    <dgm:pt modelId="{B8186A47-C1E3-45A6-B983-B1CFA45E48D0}" type="pres">
      <dgm:prSet presAssocID="{3E280004-3488-430D-9C34-1946653EA4F3}" presName="compNode" presStyleCnt="0"/>
      <dgm:spPr/>
    </dgm:pt>
    <dgm:pt modelId="{CF6CEC6B-B4A6-4C30-817A-1006A93638AA}" type="pres">
      <dgm:prSet presAssocID="{3E280004-3488-430D-9C34-1946653EA4F3}" presName="bgRect" presStyleLbl="bgShp" presStyleIdx="1" presStyleCnt="4"/>
      <dgm:spPr/>
    </dgm:pt>
    <dgm:pt modelId="{58B8AF79-EA83-416D-9D39-0CB739DB528B}" type="pres">
      <dgm:prSet presAssocID="{3E280004-3488-430D-9C34-1946653EA4F3}" presName="iconRect" presStyleLbl="node1" presStyleIdx="1" presStyleCnt="4"/>
      <dgm:spPr/>
    </dgm:pt>
    <dgm:pt modelId="{9B112C1C-00B9-4832-9610-EB6155A54129}" type="pres">
      <dgm:prSet presAssocID="{3E280004-3488-430D-9C34-1946653EA4F3}" presName="spaceRect" presStyleCnt="0"/>
      <dgm:spPr/>
    </dgm:pt>
    <dgm:pt modelId="{A4003471-3AE5-4A96-B558-DD4B194B7219}" type="pres">
      <dgm:prSet presAssocID="{3E280004-3488-430D-9C34-1946653EA4F3}" presName="parTx" presStyleLbl="revTx" presStyleIdx="1" presStyleCnt="4">
        <dgm:presLayoutVars>
          <dgm:chMax val="0"/>
          <dgm:chPref val="0"/>
        </dgm:presLayoutVars>
      </dgm:prSet>
      <dgm:spPr/>
    </dgm:pt>
    <dgm:pt modelId="{1E53DD10-3495-49CC-8DF2-B7DEE43C4A28}" type="pres">
      <dgm:prSet presAssocID="{A9FBF67A-DDB7-426E-9384-98FADD985CAD}" presName="sibTrans" presStyleCnt="0"/>
      <dgm:spPr/>
    </dgm:pt>
    <dgm:pt modelId="{D91E0F10-5C24-4BC3-BC54-FCD5A077E89D}" type="pres">
      <dgm:prSet presAssocID="{5BD927E9-138E-4474-BA89-FF28B67F1854}" presName="compNode" presStyleCnt="0"/>
      <dgm:spPr/>
    </dgm:pt>
    <dgm:pt modelId="{019E6C94-E776-47BA-BCA4-AB154871DD64}" type="pres">
      <dgm:prSet presAssocID="{5BD927E9-138E-4474-BA89-FF28B67F1854}" presName="bgRect" presStyleLbl="bgShp" presStyleIdx="2" presStyleCnt="4"/>
      <dgm:spPr/>
    </dgm:pt>
    <dgm:pt modelId="{35C0EDF9-1AEE-4F40-9A08-CDB5F767F278}" type="pres">
      <dgm:prSet presAssocID="{5BD927E9-138E-4474-BA89-FF28B67F1854}" presName="iconRect" presStyleLbl="node1" presStyleIdx="2" presStyleCnt="4"/>
      <dgm:spPr/>
    </dgm:pt>
    <dgm:pt modelId="{943B9CBF-C3E1-494C-AD25-8B96B5FD3264}" type="pres">
      <dgm:prSet presAssocID="{5BD927E9-138E-4474-BA89-FF28B67F1854}" presName="spaceRect" presStyleCnt="0"/>
      <dgm:spPr/>
    </dgm:pt>
    <dgm:pt modelId="{6C5BF741-1631-47FF-9F59-B3C16AFD17D9}" type="pres">
      <dgm:prSet presAssocID="{5BD927E9-138E-4474-BA89-FF28B67F1854}" presName="parTx" presStyleLbl="revTx" presStyleIdx="2" presStyleCnt="4">
        <dgm:presLayoutVars>
          <dgm:chMax val="0"/>
          <dgm:chPref val="0"/>
        </dgm:presLayoutVars>
      </dgm:prSet>
      <dgm:spPr/>
    </dgm:pt>
    <dgm:pt modelId="{CED0DEB8-C347-4215-8E3B-37CA71102280}" type="pres">
      <dgm:prSet presAssocID="{28CB372E-180C-4972-9C54-9A89C9B20215}" presName="sibTrans" presStyleCnt="0"/>
      <dgm:spPr/>
    </dgm:pt>
    <dgm:pt modelId="{B741E42E-C8AC-467A-9E0C-9843CDBD9D8C}" type="pres">
      <dgm:prSet presAssocID="{23061EC4-AAB0-4921-B6B4-DD6741757A42}" presName="compNode" presStyleCnt="0"/>
      <dgm:spPr/>
    </dgm:pt>
    <dgm:pt modelId="{F6752104-017F-4778-9A61-57C7E96C7FBB}" type="pres">
      <dgm:prSet presAssocID="{23061EC4-AAB0-4921-B6B4-DD6741757A42}" presName="bgRect" presStyleLbl="bgShp" presStyleIdx="3" presStyleCnt="4"/>
      <dgm:spPr/>
    </dgm:pt>
    <dgm:pt modelId="{6856260D-8C0E-4F1B-8178-6698EFFB6AF9}" type="pres">
      <dgm:prSet presAssocID="{23061EC4-AAB0-4921-B6B4-DD6741757A42}" presName="iconRect" presStyleLbl="node1" presStyleIdx="3" presStyleCnt="4"/>
      <dgm:spPr/>
    </dgm:pt>
    <dgm:pt modelId="{65C193B8-C3C5-407E-B6B3-5438E8354393}" type="pres">
      <dgm:prSet presAssocID="{23061EC4-AAB0-4921-B6B4-DD6741757A42}" presName="spaceRect" presStyleCnt="0"/>
      <dgm:spPr/>
    </dgm:pt>
    <dgm:pt modelId="{6C9B8E93-AD71-4D84-B10B-EC0846B5494C}" type="pres">
      <dgm:prSet presAssocID="{23061EC4-AAB0-4921-B6B4-DD6741757A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3D1DB03-A845-4F72-ACF7-2C05D0409324}" srcId="{26371B2E-60EB-448B-985E-72B3194E4FE2}" destId="{4B2FD144-82C9-49D2-BF4D-4F76B04EDF20}" srcOrd="0" destOrd="0" parTransId="{C02B5679-3265-4F96-A591-F14C583D2391}" sibTransId="{2FEBEB69-6E69-4292-A76D-EB845914D0F9}"/>
    <dgm:cxn modelId="{E14A2A05-A39D-4C93-9F25-3F71FA5A7144}" srcId="{26371B2E-60EB-448B-985E-72B3194E4FE2}" destId="{23061EC4-AAB0-4921-B6B4-DD6741757A42}" srcOrd="3" destOrd="0" parTransId="{B857F8C2-4F00-4869-9C16-6D8E97920939}" sibTransId="{5B1494E1-D56C-4F0A-9904-BCDAD02FE936}"/>
    <dgm:cxn modelId="{0DDE4726-19F2-442F-A029-665123B1A084}" type="presOf" srcId="{4B2FD144-82C9-49D2-BF4D-4F76B04EDF20}" destId="{358F965C-2F0A-43B4-A478-5C14AE78A37B}" srcOrd="0" destOrd="0" presId="urn:microsoft.com/office/officeart/2018/2/layout/IconVerticalSolidList"/>
    <dgm:cxn modelId="{97A2135B-3240-4250-BB7F-1753D4EA7077}" type="presOf" srcId="{23061EC4-AAB0-4921-B6B4-DD6741757A42}" destId="{6C9B8E93-AD71-4D84-B10B-EC0846B5494C}" srcOrd="0" destOrd="0" presId="urn:microsoft.com/office/officeart/2018/2/layout/IconVerticalSolidList"/>
    <dgm:cxn modelId="{63988F8F-A454-49E0-8205-5A9DFDA713A2}" type="presOf" srcId="{3E280004-3488-430D-9C34-1946653EA4F3}" destId="{A4003471-3AE5-4A96-B558-DD4B194B7219}" srcOrd="0" destOrd="0" presId="urn:microsoft.com/office/officeart/2018/2/layout/IconVerticalSolidList"/>
    <dgm:cxn modelId="{E6C23D9C-EE41-4B25-8754-2D483512994F}" type="presOf" srcId="{26371B2E-60EB-448B-985E-72B3194E4FE2}" destId="{F5B12E7C-B70A-4B87-87FD-971A2503C559}" srcOrd="0" destOrd="0" presId="urn:microsoft.com/office/officeart/2018/2/layout/IconVerticalSolidList"/>
    <dgm:cxn modelId="{0AFF3ABD-8BD1-49CB-94AE-F0B70399C1A6}" srcId="{26371B2E-60EB-448B-985E-72B3194E4FE2}" destId="{5BD927E9-138E-4474-BA89-FF28B67F1854}" srcOrd="2" destOrd="0" parTransId="{F113C5ED-2B51-47BF-B426-2CA2359445C1}" sibTransId="{28CB372E-180C-4972-9C54-9A89C9B20215}"/>
    <dgm:cxn modelId="{6BB022F1-D1D3-465A-AF62-BE4A3276D001}" type="presOf" srcId="{5BD927E9-138E-4474-BA89-FF28B67F1854}" destId="{6C5BF741-1631-47FF-9F59-B3C16AFD17D9}" srcOrd="0" destOrd="0" presId="urn:microsoft.com/office/officeart/2018/2/layout/IconVerticalSolidList"/>
    <dgm:cxn modelId="{1C8061F1-5FB0-494A-8AC4-465EB886EBFE}" srcId="{26371B2E-60EB-448B-985E-72B3194E4FE2}" destId="{3E280004-3488-430D-9C34-1946653EA4F3}" srcOrd="1" destOrd="0" parTransId="{BFCADEC4-E516-4A12-91E2-11446BC9BD0B}" sibTransId="{A9FBF67A-DDB7-426E-9384-98FADD985CAD}"/>
    <dgm:cxn modelId="{1393ABA0-7C2E-4E02-8497-2A0BA1351195}" type="presParOf" srcId="{F5B12E7C-B70A-4B87-87FD-971A2503C559}" destId="{4C5BD9B7-F575-4A33-A81F-2B595ABE0F24}" srcOrd="0" destOrd="0" presId="urn:microsoft.com/office/officeart/2018/2/layout/IconVerticalSolidList"/>
    <dgm:cxn modelId="{A3FDDECD-CDC7-475E-9ADC-15DB5F0067C8}" type="presParOf" srcId="{4C5BD9B7-F575-4A33-A81F-2B595ABE0F24}" destId="{712779E6-6E0F-4315-ADCF-075C0ADE27A2}" srcOrd="0" destOrd="0" presId="urn:microsoft.com/office/officeart/2018/2/layout/IconVerticalSolidList"/>
    <dgm:cxn modelId="{72B60692-2F7B-4EFF-8A1E-702390B56FB9}" type="presParOf" srcId="{4C5BD9B7-F575-4A33-A81F-2B595ABE0F24}" destId="{9CFA4DF3-D2B5-4642-88BE-86A420393710}" srcOrd="1" destOrd="0" presId="urn:microsoft.com/office/officeart/2018/2/layout/IconVerticalSolidList"/>
    <dgm:cxn modelId="{49831C51-A4DE-47B2-90B8-E028F90C55A7}" type="presParOf" srcId="{4C5BD9B7-F575-4A33-A81F-2B595ABE0F24}" destId="{6D67A83A-C791-4C72-A124-644E0A435F0D}" srcOrd="2" destOrd="0" presId="urn:microsoft.com/office/officeart/2018/2/layout/IconVerticalSolidList"/>
    <dgm:cxn modelId="{E29E1F81-5011-44F8-9201-7B82001CEB6C}" type="presParOf" srcId="{4C5BD9B7-F575-4A33-A81F-2B595ABE0F24}" destId="{358F965C-2F0A-43B4-A478-5C14AE78A37B}" srcOrd="3" destOrd="0" presId="urn:microsoft.com/office/officeart/2018/2/layout/IconVerticalSolidList"/>
    <dgm:cxn modelId="{AD0A1071-6646-49DB-A988-84B647E87853}" type="presParOf" srcId="{F5B12E7C-B70A-4B87-87FD-971A2503C559}" destId="{A7CB88D3-F667-4F9B-A613-B48EFE375B47}" srcOrd="1" destOrd="0" presId="urn:microsoft.com/office/officeart/2018/2/layout/IconVerticalSolidList"/>
    <dgm:cxn modelId="{8421985B-ACC6-4A80-A414-7F78764328E7}" type="presParOf" srcId="{F5B12E7C-B70A-4B87-87FD-971A2503C559}" destId="{B8186A47-C1E3-45A6-B983-B1CFA45E48D0}" srcOrd="2" destOrd="0" presId="urn:microsoft.com/office/officeart/2018/2/layout/IconVerticalSolidList"/>
    <dgm:cxn modelId="{3305CF02-4A94-437E-826C-3A93C96CF108}" type="presParOf" srcId="{B8186A47-C1E3-45A6-B983-B1CFA45E48D0}" destId="{CF6CEC6B-B4A6-4C30-817A-1006A93638AA}" srcOrd="0" destOrd="0" presId="urn:microsoft.com/office/officeart/2018/2/layout/IconVerticalSolidList"/>
    <dgm:cxn modelId="{A40DB6B3-FE06-4398-A241-016703ACEEA3}" type="presParOf" srcId="{B8186A47-C1E3-45A6-B983-B1CFA45E48D0}" destId="{58B8AF79-EA83-416D-9D39-0CB739DB528B}" srcOrd="1" destOrd="0" presId="urn:microsoft.com/office/officeart/2018/2/layout/IconVerticalSolidList"/>
    <dgm:cxn modelId="{0E20CF29-07C7-4F9E-AE6C-63A091977CF7}" type="presParOf" srcId="{B8186A47-C1E3-45A6-B983-B1CFA45E48D0}" destId="{9B112C1C-00B9-4832-9610-EB6155A54129}" srcOrd="2" destOrd="0" presId="urn:microsoft.com/office/officeart/2018/2/layout/IconVerticalSolidList"/>
    <dgm:cxn modelId="{BC3FA232-4932-4563-A58F-C35EE86C7135}" type="presParOf" srcId="{B8186A47-C1E3-45A6-B983-B1CFA45E48D0}" destId="{A4003471-3AE5-4A96-B558-DD4B194B7219}" srcOrd="3" destOrd="0" presId="urn:microsoft.com/office/officeart/2018/2/layout/IconVerticalSolidList"/>
    <dgm:cxn modelId="{37B9C146-A38D-4145-87D0-3AA8DFBE6B15}" type="presParOf" srcId="{F5B12E7C-B70A-4B87-87FD-971A2503C559}" destId="{1E53DD10-3495-49CC-8DF2-B7DEE43C4A28}" srcOrd="3" destOrd="0" presId="urn:microsoft.com/office/officeart/2018/2/layout/IconVerticalSolidList"/>
    <dgm:cxn modelId="{6D0BD22C-AF98-4372-B96B-D12EE3B0A2F2}" type="presParOf" srcId="{F5B12E7C-B70A-4B87-87FD-971A2503C559}" destId="{D91E0F10-5C24-4BC3-BC54-FCD5A077E89D}" srcOrd="4" destOrd="0" presId="urn:microsoft.com/office/officeart/2018/2/layout/IconVerticalSolidList"/>
    <dgm:cxn modelId="{20297A8F-E216-4553-9DCC-2448995133A2}" type="presParOf" srcId="{D91E0F10-5C24-4BC3-BC54-FCD5A077E89D}" destId="{019E6C94-E776-47BA-BCA4-AB154871DD64}" srcOrd="0" destOrd="0" presId="urn:microsoft.com/office/officeart/2018/2/layout/IconVerticalSolidList"/>
    <dgm:cxn modelId="{84BF58E9-B6BB-4725-9E93-0734F84F3533}" type="presParOf" srcId="{D91E0F10-5C24-4BC3-BC54-FCD5A077E89D}" destId="{35C0EDF9-1AEE-4F40-9A08-CDB5F767F278}" srcOrd="1" destOrd="0" presId="urn:microsoft.com/office/officeart/2018/2/layout/IconVerticalSolidList"/>
    <dgm:cxn modelId="{DA5F4A55-EA35-4428-BEB1-0FB570FB369C}" type="presParOf" srcId="{D91E0F10-5C24-4BC3-BC54-FCD5A077E89D}" destId="{943B9CBF-C3E1-494C-AD25-8B96B5FD3264}" srcOrd="2" destOrd="0" presId="urn:microsoft.com/office/officeart/2018/2/layout/IconVerticalSolidList"/>
    <dgm:cxn modelId="{01F59C29-80A7-4B05-8E51-C531D68BEBF1}" type="presParOf" srcId="{D91E0F10-5C24-4BC3-BC54-FCD5A077E89D}" destId="{6C5BF741-1631-47FF-9F59-B3C16AFD17D9}" srcOrd="3" destOrd="0" presId="urn:microsoft.com/office/officeart/2018/2/layout/IconVerticalSolidList"/>
    <dgm:cxn modelId="{292767F6-D8F3-4383-BDDA-2596878E08EC}" type="presParOf" srcId="{F5B12E7C-B70A-4B87-87FD-971A2503C559}" destId="{CED0DEB8-C347-4215-8E3B-37CA71102280}" srcOrd="5" destOrd="0" presId="urn:microsoft.com/office/officeart/2018/2/layout/IconVerticalSolidList"/>
    <dgm:cxn modelId="{BAE8EA5E-EFA0-4E74-987E-22062079EE7B}" type="presParOf" srcId="{F5B12E7C-B70A-4B87-87FD-971A2503C559}" destId="{B741E42E-C8AC-467A-9E0C-9843CDBD9D8C}" srcOrd="6" destOrd="0" presId="urn:microsoft.com/office/officeart/2018/2/layout/IconVerticalSolidList"/>
    <dgm:cxn modelId="{E2BAD05A-611E-44AF-923D-2F9868992D82}" type="presParOf" srcId="{B741E42E-C8AC-467A-9E0C-9843CDBD9D8C}" destId="{F6752104-017F-4778-9A61-57C7E96C7FBB}" srcOrd="0" destOrd="0" presId="urn:microsoft.com/office/officeart/2018/2/layout/IconVerticalSolidList"/>
    <dgm:cxn modelId="{05D0D686-1171-4701-93F2-C39CFE5818B0}" type="presParOf" srcId="{B741E42E-C8AC-467A-9E0C-9843CDBD9D8C}" destId="{6856260D-8C0E-4F1B-8178-6698EFFB6AF9}" srcOrd="1" destOrd="0" presId="urn:microsoft.com/office/officeart/2018/2/layout/IconVerticalSolidList"/>
    <dgm:cxn modelId="{59FE98CB-657F-4942-ABEC-7F126A66BEED}" type="presParOf" srcId="{B741E42E-C8AC-467A-9E0C-9843CDBD9D8C}" destId="{65C193B8-C3C5-407E-B6B3-5438E8354393}" srcOrd="2" destOrd="0" presId="urn:microsoft.com/office/officeart/2018/2/layout/IconVerticalSolidList"/>
    <dgm:cxn modelId="{5A36FEF0-4B91-464B-9D7E-B8564B214E79}" type="presParOf" srcId="{B741E42E-C8AC-467A-9E0C-9843CDBD9D8C}" destId="{6C9B8E93-AD71-4D84-B10B-EC0846B549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371B2E-60EB-448B-985E-72B3194E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2FD144-82C9-49D2-BF4D-4F76B04E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Physical stock verification by storekeepers</a:t>
          </a:r>
        </a:p>
      </dgm:t>
    </dgm:pt>
    <dgm:pt modelId="{C02B5679-3265-4F96-A591-F14C583D2391}" type="parTrans" cxnId="{13D1DB03-A845-4F72-ACF7-2C05D0409324}">
      <dgm:prSet/>
      <dgm:spPr/>
      <dgm:t>
        <a:bodyPr/>
        <a:lstStyle/>
        <a:p>
          <a:endParaRPr lang="en-US"/>
        </a:p>
      </dgm:t>
    </dgm:pt>
    <dgm:pt modelId="{2FEBEB69-6E69-4292-A76D-EB845914D0F9}" type="sibTrans" cxnId="{13D1DB03-A845-4F72-ACF7-2C05D0409324}">
      <dgm:prSet/>
      <dgm:spPr/>
      <dgm:t>
        <a:bodyPr/>
        <a:lstStyle/>
        <a:p>
          <a:endParaRPr lang="en-US"/>
        </a:p>
      </dgm:t>
    </dgm:pt>
    <dgm:pt modelId="{4C171280-B5B5-4F5C-9BFE-D9C14E31E5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Verification request assignment</a:t>
          </a:r>
        </a:p>
      </dgm:t>
    </dgm:pt>
    <dgm:pt modelId="{F459694F-1B04-4AE3-A709-AC7E84A4AC0F}" type="parTrans" cxnId="{8323DAEA-735F-48F0-991E-49A82CFF0E34}">
      <dgm:prSet/>
      <dgm:spPr/>
      <dgm:t>
        <a:bodyPr/>
        <a:lstStyle/>
        <a:p>
          <a:endParaRPr lang="en-US"/>
        </a:p>
      </dgm:t>
    </dgm:pt>
    <dgm:pt modelId="{0282BBC1-E08F-4C70-82C2-726177B59818}" type="sibTrans" cxnId="{8323DAEA-735F-48F0-991E-49A82CFF0E34}">
      <dgm:prSet/>
      <dgm:spPr/>
      <dgm:t>
        <a:bodyPr/>
        <a:lstStyle/>
        <a:p>
          <a:endParaRPr lang="en-US"/>
        </a:p>
      </dgm:t>
    </dgm:pt>
    <dgm:pt modelId="{B745B03C-2C2B-4DA7-A6BF-D895F71B6E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Reconciliation with system records</a:t>
          </a:r>
        </a:p>
      </dgm:t>
    </dgm:pt>
    <dgm:pt modelId="{DF28D8C0-9DF3-46AB-9988-DD198D50A44D}" type="parTrans" cxnId="{704C6C5C-F039-46F3-96C7-C97E41D11462}">
      <dgm:prSet/>
      <dgm:spPr/>
      <dgm:t>
        <a:bodyPr/>
        <a:lstStyle/>
        <a:p>
          <a:endParaRPr lang="en-US"/>
        </a:p>
      </dgm:t>
    </dgm:pt>
    <dgm:pt modelId="{D88BE1A5-CFBB-44CC-8318-A693DE7D5B90}" type="sibTrans" cxnId="{704C6C5C-F039-46F3-96C7-C97E41D11462}">
      <dgm:prSet/>
      <dgm:spPr/>
      <dgm:t>
        <a:bodyPr/>
        <a:lstStyle/>
        <a:p>
          <a:endParaRPr lang="en-US"/>
        </a:p>
      </dgm:t>
    </dgm:pt>
    <dgm:pt modelId="{F5B12E7C-B70A-4B87-87FD-971A2503C559}" type="pres">
      <dgm:prSet presAssocID="{26371B2E-60EB-448B-985E-72B3194E4FE2}" presName="root" presStyleCnt="0">
        <dgm:presLayoutVars>
          <dgm:dir/>
          <dgm:resizeHandles val="exact"/>
        </dgm:presLayoutVars>
      </dgm:prSet>
      <dgm:spPr/>
    </dgm:pt>
    <dgm:pt modelId="{4C5BD9B7-F575-4A33-A81F-2B595ABE0F24}" type="pres">
      <dgm:prSet presAssocID="{4B2FD144-82C9-49D2-BF4D-4F76B04EDF20}" presName="compNode" presStyleCnt="0"/>
      <dgm:spPr/>
    </dgm:pt>
    <dgm:pt modelId="{712779E6-6E0F-4315-ADCF-075C0ADE27A2}" type="pres">
      <dgm:prSet presAssocID="{4B2FD144-82C9-49D2-BF4D-4F76B04EDF20}" presName="bgRect" presStyleLbl="bgShp" presStyleIdx="0" presStyleCnt="3"/>
      <dgm:spPr/>
    </dgm:pt>
    <dgm:pt modelId="{9CFA4DF3-D2B5-4642-88BE-86A420393710}" type="pres">
      <dgm:prSet presAssocID="{4B2FD144-82C9-49D2-BF4D-4F76B04EDF20}" presName="iconRect" presStyleLbl="node1" presStyleIdx="0" presStyleCnt="3"/>
      <dgm:spPr/>
    </dgm:pt>
    <dgm:pt modelId="{6D67A83A-C791-4C72-A124-644E0A435F0D}" type="pres">
      <dgm:prSet presAssocID="{4B2FD144-82C9-49D2-BF4D-4F76B04EDF20}" presName="spaceRect" presStyleCnt="0"/>
      <dgm:spPr/>
    </dgm:pt>
    <dgm:pt modelId="{358F965C-2F0A-43B4-A478-5C14AE78A37B}" type="pres">
      <dgm:prSet presAssocID="{4B2FD144-82C9-49D2-BF4D-4F76B04EDF20}" presName="parTx" presStyleLbl="revTx" presStyleIdx="0" presStyleCnt="3">
        <dgm:presLayoutVars>
          <dgm:chMax val="0"/>
          <dgm:chPref val="0"/>
        </dgm:presLayoutVars>
      </dgm:prSet>
      <dgm:spPr/>
    </dgm:pt>
    <dgm:pt modelId="{A7CB88D3-F667-4F9B-A613-B48EFE375B47}" type="pres">
      <dgm:prSet presAssocID="{2FEBEB69-6E69-4292-A76D-EB845914D0F9}" presName="sibTrans" presStyleCnt="0"/>
      <dgm:spPr/>
    </dgm:pt>
    <dgm:pt modelId="{BF790163-6250-4F55-89AA-92BD16B08A75}" type="pres">
      <dgm:prSet presAssocID="{4C171280-B5B5-4F5C-9BFE-D9C14E31E50E}" presName="compNode" presStyleCnt="0"/>
      <dgm:spPr/>
    </dgm:pt>
    <dgm:pt modelId="{675F145D-9710-4F14-9901-0480481CCA4C}" type="pres">
      <dgm:prSet presAssocID="{4C171280-B5B5-4F5C-9BFE-D9C14E31E50E}" presName="bgRect" presStyleLbl="bgShp" presStyleIdx="1" presStyleCnt="3"/>
      <dgm:spPr/>
    </dgm:pt>
    <dgm:pt modelId="{F1C8126A-C8F1-4306-BC96-C5CF60D7C49C}" type="pres">
      <dgm:prSet presAssocID="{4C171280-B5B5-4F5C-9BFE-D9C14E31E50E}" presName="iconRect" presStyleLbl="node1" presStyleIdx="1" presStyleCnt="3"/>
      <dgm:spPr/>
    </dgm:pt>
    <dgm:pt modelId="{6096EBC6-D9BA-4C57-BD8C-F29EC661AA5F}" type="pres">
      <dgm:prSet presAssocID="{4C171280-B5B5-4F5C-9BFE-D9C14E31E50E}" presName="spaceRect" presStyleCnt="0"/>
      <dgm:spPr/>
    </dgm:pt>
    <dgm:pt modelId="{4A60443F-47A3-4D52-B5D0-98F49754E2E0}" type="pres">
      <dgm:prSet presAssocID="{4C171280-B5B5-4F5C-9BFE-D9C14E31E50E}" presName="parTx" presStyleLbl="revTx" presStyleIdx="1" presStyleCnt="3">
        <dgm:presLayoutVars>
          <dgm:chMax val="0"/>
          <dgm:chPref val="0"/>
        </dgm:presLayoutVars>
      </dgm:prSet>
      <dgm:spPr/>
    </dgm:pt>
    <dgm:pt modelId="{925F12C5-D34B-46AA-99B6-389C3E29370C}" type="pres">
      <dgm:prSet presAssocID="{0282BBC1-E08F-4C70-82C2-726177B59818}" presName="sibTrans" presStyleCnt="0"/>
      <dgm:spPr/>
    </dgm:pt>
    <dgm:pt modelId="{E83AF198-D27F-4E29-B893-5F9AD1B79F6A}" type="pres">
      <dgm:prSet presAssocID="{B745B03C-2C2B-4DA7-A6BF-D895F71B6EE8}" presName="compNode" presStyleCnt="0"/>
      <dgm:spPr/>
    </dgm:pt>
    <dgm:pt modelId="{4D362849-7A37-44B1-80F4-8182E0F253A9}" type="pres">
      <dgm:prSet presAssocID="{B745B03C-2C2B-4DA7-A6BF-D895F71B6EE8}" presName="bgRect" presStyleLbl="bgShp" presStyleIdx="2" presStyleCnt="3"/>
      <dgm:spPr/>
    </dgm:pt>
    <dgm:pt modelId="{2DFD7826-80B6-4EDA-BCE1-111BAA905978}" type="pres">
      <dgm:prSet presAssocID="{B745B03C-2C2B-4DA7-A6BF-D895F71B6EE8}" presName="iconRect" presStyleLbl="node1" presStyleIdx="2" presStyleCnt="3"/>
      <dgm:spPr/>
    </dgm:pt>
    <dgm:pt modelId="{3BF54338-5BC9-4092-8CE0-F2C6EC637A87}" type="pres">
      <dgm:prSet presAssocID="{B745B03C-2C2B-4DA7-A6BF-D895F71B6EE8}" presName="spaceRect" presStyleCnt="0"/>
      <dgm:spPr/>
    </dgm:pt>
    <dgm:pt modelId="{CDE3389A-4ADE-479C-B556-511AE2F74701}" type="pres">
      <dgm:prSet presAssocID="{B745B03C-2C2B-4DA7-A6BF-D895F71B6E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D1DB03-A845-4F72-ACF7-2C05D0409324}" srcId="{26371B2E-60EB-448B-985E-72B3194E4FE2}" destId="{4B2FD144-82C9-49D2-BF4D-4F76B04EDF20}" srcOrd="0" destOrd="0" parTransId="{C02B5679-3265-4F96-A591-F14C583D2391}" sibTransId="{2FEBEB69-6E69-4292-A76D-EB845914D0F9}"/>
    <dgm:cxn modelId="{0DDE4726-19F2-442F-A029-665123B1A084}" type="presOf" srcId="{4B2FD144-82C9-49D2-BF4D-4F76B04EDF20}" destId="{358F965C-2F0A-43B4-A478-5C14AE78A37B}" srcOrd="0" destOrd="0" presId="urn:microsoft.com/office/officeart/2018/2/layout/IconVerticalSolidList"/>
    <dgm:cxn modelId="{704C6C5C-F039-46F3-96C7-C97E41D11462}" srcId="{26371B2E-60EB-448B-985E-72B3194E4FE2}" destId="{B745B03C-2C2B-4DA7-A6BF-D895F71B6EE8}" srcOrd="2" destOrd="0" parTransId="{DF28D8C0-9DF3-46AB-9988-DD198D50A44D}" sibTransId="{D88BE1A5-CFBB-44CC-8318-A693DE7D5B90}"/>
    <dgm:cxn modelId="{334D535F-43A8-4CB5-95B3-28DBCB1C7B59}" type="presOf" srcId="{4C171280-B5B5-4F5C-9BFE-D9C14E31E50E}" destId="{4A60443F-47A3-4D52-B5D0-98F49754E2E0}" srcOrd="0" destOrd="0" presId="urn:microsoft.com/office/officeart/2018/2/layout/IconVerticalSolidList"/>
    <dgm:cxn modelId="{E6C23D9C-EE41-4B25-8754-2D483512994F}" type="presOf" srcId="{26371B2E-60EB-448B-985E-72B3194E4FE2}" destId="{F5B12E7C-B70A-4B87-87FD-971A2503C559}" srcOrd="0" destOrd="0" presId="urn:microsoft.com/office/officeart/2018/2/layout/IconVerticalSolidList"/>
    <dgm:cxn modelId="{8323DAEA-735F-48F0-991E-49A82CFF0E34}" srcId="{26371B2E-60EB-448B-985E-72B3194E4FE2}" destId="{4C171280-B5B5-4F5C-9BFE-D9C14E31E50E}" srcOrd="1" destOrd="0" parTransId="{F459694F-1B04-4AE3-A709-AC7E84A4AC0F}" sibTransId="{0282BBC1-E08F-4C70-82C2-726177B59818}"/>
    <dgm:cxn modelId="{700AD0F7-FC99-4CE4-850B-DF6C01888D10}" type="presOf" srcId="{B745B03C-2C2B-4DA7-A6BF-D895F71B6EE8}" destId="{CDE3389A-4ADE-479C-B556-511AE2F74701}" srcOrd="0" destOrd="0" presId="urn:microsoft.com/office/officeart/2018/2/layout/IconVerticalSolidList"/>
    <dgm:cxn modelId="{1393ABA0-7C2E-4E02-8497-2A0BA1351195}" type="presParOf" srcId="{F5B12E7C-B70A-4B87-87FD-971A2503C559}" destId="{4C5BD9B7-F575-4A33-A81F-2B595ABE0F24}" srcOrd="0" destOrd="0" presId="urn:microsoft.com/office/officeart/2018/2/layout/IconVerticalSolidList"/>
    <dgm:cxn modelId="{A3FDDECD-CDC7-475E-9ADC-15DB5F0067C8}" type="presParOf" srcId="{4C5BD9B7-F575-4A33-A81F-2B595ABE0F24}" destId="{712779E6-6E0F-4315-ADCF-075C0ADE27A2}" srcOrd="0" destOrd="0" presId="urn:microsoft.com/office/officeart/2018/2/layout/IconVerticalSolidList"/>
    <dgm:cxn modelId="{72B60692-2F7B-4EFF-8A1E-702390B56FB9}" type="presParOf" srcId="{4C5BD9B7-F575-4A33-A81F-2B595ABE0F24}" destId="{9CFA4DF3-D2B5-4642-88BE-86A420393710}" srcOrd="1" destOrd="0" presId="urn:microsoft.com/office/officeart/2018/2/layout/IconVerticalSolidList"/>
    <dgm:cxn modelId="{49831C51-A4DE-47B2-90B8-E028F90C55A7}" type="presParOf" srcId="{4C5BD9B7-F575-4A33-A81F-2B595ABE0F24}" destId="{6D67A83A-C791-4C72-A124-644E0A435F0D}" srcOrd="2" destOrd="0" presId="urn:microsoft.com/office/officeart/2018/2/layout/IconVerticalSolidList"/>
    <dgm:cxn modelId="{E29E1F81-5011-44F8-9201-7B82001CEB6C}" type="presParOf" srcId="{4C5BD9B7-F575-4A33-A81F-2B595ABE0F24}" destId="{358F965C-2F0A-43B4-A478-5C14AE78A37B}" srcOrd="3" destOrd="0" presId="urn:microsoft.com/office/officeart/2018/2/layout/IconVerticalSolidList"/>
    <dgm:cxn modelId="{AD0A1071-6646-49DB-A988-84B647E87853}" type="presParOf" srcId="{F5B12E7C-B70A-4B87-87FD-971A2503C559}" destId="{A7CB88D3-F667-4F9B-A613-B48EFE375B47}" srcOrd="1" destOrd="0" presId="urn:microsoft.com/office/officeart/2018/2/layout/IconVerticalSolidList"/>
    <dgm:cxn modelId="{A5912A17-C7A8-47F4-8F61-230F6F6C2009}" type="presParOf" srcId="{F5B12E7C-B70A-4B87-87FD-971A2503C559}" destId="{BF790163-6250-4F55-89AA-92BD16B08A75}" srcOrd="2" destOrd="0" presId="urn:microsoft.com/office/officeart/2018/2/layout/IconVerticalSolidList"/>
    <dgm:cxn modelId="{7636260B-22F6-405F-9366-6395F90E4D00}" type="presParOf" srcId="{BF790163-6250-4F55-89AA-92BD16B08A75}" destId="{675F145D-9710-4F14-9901-0480481CCA4C}" srcOrd="0" destOrd="0" presId="urn:microsoft.com/office/officeart/2018/2/layout/IconVerticalSolidList"/>
    <dgm:cxn modelId="{39559D94-1ED5-4157-8A55-E7080AD2AC8A}" type="presParOf" srcId="{BF790163-6250-4F55-89AA-92BD16B08A75}" destId="{F1C8126A-C8F1-4306-BC96-C5CF60D7C49C}" srcOrd="1" destOrd="0" presId="urn:microsoft.com/office/officeart/2018/2/layout/IconVerticalSolidList"/>
    <dgm:cxn modelId="{D40E0321-35CC-4C5D-8D79-6ABBAE0A4F09}" type="presParOf" srcId="{BF790163-6250-4F55-89AA-92BD16B08A75}" destId="{6096EBC6-D9BA-4C57-BD8C-F29EC661AA5F}" srcOrd="2" destOrd="0" presId="urn:microsoft.com/office/officeart/2018/2/layout/IconVerticalSolidList"/>
    <dgm:cxn modelId="{F0066073-3371-44CD-AAB2-322629D4B6BE}" type="presParOf" srcId="{BF790163-6250-4F55-89AA-92BD16B08A75}" destId="{4A60443F-47A3-4D52-B5D0-98F49754E2E0}" srcOrd="3" destOrd="0" presId="urn:microsoft.com/office/officeart/2018/2/layout/IconVerticalSolidList"/>
    <dgm:cxn modelId="{2E9E2427-1909-4E52-8A71-A7790FE6CF95}" type="presParOf" srcId="{F5B12E7C-B70A-4B87-87FD-971A2503C559}" destId="{925F12C5-D34B-46AA-99B6-389C3E29370C}" srcOrd="3" destOrd="0" presId="urn:microsoft.com/office/officeart/2018/2/layout/IconVerticalSolidList"/>
    <dgm:cxn modelId="{616D3509-CC15-403D-BC4D-19D7409E4DC1}" type="presParOf" srcId="{F5B12E7C-B70A-4B87-87FD-971A2503C559}" destId="{E83AF198-D27F-4E29-B893-5F9AD1B79F6A}" srcOrd="4" destOrd="0" presId="urn:microsoft.com/office/officeart/2018/2/layout/IconVerticalSolidList"/>
    <dgm:cxn modelId="{2D423DAB-595F-4FE8-AC4D-3EA72BCA8683}" type="presParOf" srcId="{E83AF198-D27F-4E29-B893-5F9AD1B79F6A}" destId="{4D362849-7A37-44B1-80F4-8182E0F253A9}" srcOrd="0" destOrd="0" presId="urn:microsoft.com/office/officeart/2018/2/layout/IconVerticalSolidList"/>
    <dgm:cxn modelId="{34B782EF-6B0A-4E91-92B3-E3D5EBBB8280}" type="presParOf" srcId="{E83AF198-D27F-4E29-B893-5F9AD1B79F6A}" destId="{2DFD7826-80B6-4EDA-BCE1-111BAA905978}" srcOrd="1" destOrd="0" presId="urn:microsoft.com/office/officeart/2018/2/layout/IconVerticalSolidList"/>
    <dgm:cxn modelId="{80F566C5-7214-4882-ABC6-7F6015F7BE43}" type="presParOf" srcId="{E83AF198-D27F-4E29-B893-5F9AD1B79F6A}" destId="{3BF54338-5BC9-4092-8CE0-F2C6EC637A87}" srcOrd="2" destOrd="0" presId="urn:microsoft.com/office/officeart/2018/2/layout/IconVerticalSolidList"/>
    <dgm:cxn modelId="{567BAFF9-97EB-4C9C-B8C5-44B135DE39CB}" type="presParOf" srcId="{E83AF198-D27F-4E29-B893-5F9AD1B79F6A}" destId="{CDE3389A-4ADE-479C-B556-511AE2F747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6371B2E-60EB-448B-985E-72B3194E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2FD144-82C9-49D2-BF4D-4F76B04E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Admin Store (Central warehouse)</a:t>
          </a:r>
        </a:p>
      </dgm:t>
    </dgm:pt>
    <dgm:pt modelId="{C02B5679-3265-4F96-A591-F14C583D2391}" type="parTrans" cxnId="{13D1DB03-A845-4F72-ACF7-2C05D0409324}">
      <dgm:prSet/>
      <dgm:spPr/>
      <dgm:t>
        <a:bodyPr/>
        <a:lstStyle/>
        <a:p>
          <a:endParaRPr lang="en-US"/>
        </a:p>
      </dgm:t>
    </dgm:pt>
    <dgm:pt modelId="{2FEBEB69-6E69-4292-A76D-EB845914D0F9}" type="sibTrans" cxnId="{13D1DB03-A845-4F72-ACF7-2C05D0409324}">
      <dgm:prSet/>
      <dgm:spPr/>
      <dgm:t>
        <a:bodyPr/>
        <a:lstStyle/>
        <a:p>
          <a:endParaRPr lang="en-US"/>
        </a:p>
      </dgm:t>
    </dgm:pt>
    <dgm:pt modelId="{8F574595-EC10-48FA-BBA5-05516BEA37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Wing Store (Department-level)</a:t>
          </a:r>
        </a:p>
      </dgm:t>
    </dgm:pt>
    <dgm:pt modelId="{AAD7FF9A-E654-42BB-86BE-7E455C7AAE36}" type="parTrans" cxnId="{24581B91-9123-4D2B-B973-6351187CBED0}">
      <dgm:prSet/>
      <dgm:spPr/>
      <dgm:t>
        <a:bodyPr/>
        <a:lstStyle/>
        <a:p>
          <a:endParaRPr lang="en-US"/>
        </a:p>
      </dgm:t>
    </dgm:pt>
    <dgm:pt modelId="{08BFD61E-5DBD-40EF-B61C-715441267B27}" type="sibTrans" cxnId="{24581B91-9123-4D2B-B973-6351187CBED0}">
      <dgm:prSet/>
      <dgm:spPr/>
      <dgm:t>
        <a:bodyPr/>
        <a:lstStyle/>
        <a:p>
          <a:endParaRPr lang="en-US"/>
        </a:p>
      </dgm:t>
    </dgm:pt>
    <dgm:pt modelId="{B7A81E83-724E-4057-9221-54ABE7AF88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Personal Store (User-allocated items)</a:t>
          </a:r>
        </a:p>
      </dgm:t>
    </dgm:pt>
    <dgm:pt modelId="{DA747259-8614-4DE3-8FBA-2F2B26809F22}" type="parTrans" cxnId="{D426B336-16FC-4AA7-B223-F51DC813B2D3}">
      <dgm:prSet/>
      <dgm:spPr/>
      <dgm:t>
        <a:bodyPr/>
        <a:lstStyle/>
        <a:p>
          <a:endParaRPr lang="en-US"/>
        </a:p>
      </dgm:t>
    </dgm:pt>
    <dgm:pt modelId="{DE1BEE3E-B00F-4B86-B190-DD8E57F8C48B}" type="sibTrans" cxnId="{D426B336-16FC-4AA7-B223-F51DC813B2D3}">
      <dgm:prSet/>
      <dgm:spPr/>
      <dgm:t>
        <a:bodyPr/>
        <a:lstStyle/>
        <a:p>
          <a:endParaRPr lang="en-US"/>
        </a:p>
      </dgm:t>
    </dgm:pt>
    <dgm:pt modelId="{F5B12E7C-B70A-4B87-87FD-971A2503C559}" type="pres">
      <dgm:prSet presAssocID="{26371B2E-60EB-448B-985E-72B3194E4FE2}" presName="root" presStyleCnt="0">
        <dgm:presLayoutVars>
          <dgm:dir/>
          <dgm:resizeHandles val="exact"/>
        </dgm:presLayoutVars>
      </dgm:prSet>
      <dgm:spPr/>
    </dgm:pt>
    <dgm:pt modelId="{4C5BD9B7-F575-4A33-A81F-2B595ABE0F24}" type="pres">
      <dgm:prSet presAssocID="{4B2FD144-82C9-49D2-BF4D-4F76B04EDF20}" presName="compNode" presStyleCnt="0"/>
      <dgm:spPr/>
    </dgm:pt>
    <dgm:pt modelId="{712779E6-6E0F-4315-ADCF-075C0ADE27A2}" type="pres">
      <dgm:prSet presAssocID="{4B2FD144-82C9-49D2-BF4D-4F76B04EDF20}" presName="bgRect" presStyleLbl="bgShp" presStyleIdx="0" presStyleCnt="3" custLinFactNeighborY="-1841"/>
      <dgm:spPr/>
    </dgm:pt>
    <dgm:pt modelId="{9CFA4DF3-D2B5-4642-88BE-86A420393710}" type="pres">
      <dgm:prSet presAssocID="{4B2FD144-82C9-49D2-BF4D-4F76B04EDF20}" presName="iconRect" presStyleLbl="node1" presStyleIdx="0" presStyleCnt="3"/>
      <dgm:spPr/>
    </dgm:pt>
    <dgm:pt modelId="{6D67A83A-C791-4C72-A124-644E0A435F0D}" type="pres">
      <dgm:prSet presAssocID="{4B2FD144-82C9-49D2-BF4D-4F76B04EDF20}" presName="spaceRect" presStyleCnt="0"/>
      <dgm:spPr/>
    </dgm:pt>
    <dgm:pt modelId="{358F965C-2F0A-43B4-A478-5C14AE78A37B}" type="pres">
      <dgm:prSet presAssocID="{4B2FD144-82C9-49D2-BF4D-4F76B04EDF20}" presName="parTx" presStyleLbl="revTx" presStyleIdx="0" presStyleCnt="3">
        <dgm:presLayoutVars>
          <dgm:chMax val="0"/>
          <dgm:chPref val="0"/>
        </dgm:presLayoutVars>
      </dgm:prSet>
      <dgm:spPr/>
    </dgm:pt>
    <dgm:pt modelId="{A7CB88D3-F667-4F9B-A613-B48EFE375B47}" type="pres">
      <dgm:prSet presAssocID="{2FEBEB69-6E69-4292-A76D-EB845914D0F9}" presName="sibTrans" presStyleCnt="0"/>
      <dgm:spPr/>
    </dgm:pt>
    <dgm:pt modelId="{95246A0D-CD8B-43AF-B345-56F19B6201DC}" type="pres">
      <dgm:prSet presAssocID="{8F574595-EC10-48FA-BBA5-05516BEA3776}" presName="compNode" presStyleCnt="0"/>
      <dgm:spPr/>
    </dgm:pt>
    <dgm:pt modelId="{CC151050-09BD-4C6B-9F9F-9647DB94BC06}" type="pres">
      <dgm:prSet presAssocID="{8F574595-EC10-48FA-BBA5-05516BEA3776}" presName="bgRect" presStyleLbl="bgShp" presStyleIdx="1" presStyleCnt="3"/>
      <dgm:spPr/>
    </dgm:pt>
    <dgm:pt modelId="{69E90FB8-B48B-4287-8EA4-4EF968F20DBA}" type="pres">
      <dgm:prSet presAssocID="{8F574595-EC10-48FA-BBA5-05516BEA3776}" presName="iconRect" presStyleLbl="node1" presStyleIdx="1" presStyleCnt="3"/>
      <dgm:spPr/>
    </dgm:pt>
    <dgm:pt modelId="{3400F597-A7FF-4747-B605-B01A1FC3B41F}" type="pres">
      <dgm:prSet presAssocID="{8F574595-EC10-48FA-BBA5-05516BEA3776}" presName="spaceRect" presStyleCnt="0"/>
      <dgm:spPr/>
    </dgm:pt>
    <dgm:pt modelId="{260681ED-7E16-4390-AF5C-E63EE30EEE5E}" type="pres">
      <dgm:prSet presAssocID="{8F574595-EC10-48FA-BBA5-05516BEA3776}" presName="parTx" presStyleLbl="revTx" presStyleIdx="1" presStyleCnt="3">
        <dgm:presLayoutVars>
          <dgm:chMax val="0"/>
          <dgm:chPref val="0"/>
        </dgm:presLayoutVars>
      </dgm:prSet>
      <dgm:spPr/>
    </dgm:pt>
    <dgm:pt modelId="{956CF0A1-BBBC-4D52-9685-35B895EAE79F}" type="pres">
      <dgm:prSet presAssocID="{08BFD61E-5DBD-40EF-B61C-715441267B27}" presName="sibTrans" presStyleCnt="0"/>
      <dgm:spPr/>
    </dgm:pt>
    <dgm:pt modelId="{A03367F6-43BB-4B8B-AA9A-347567235294}" type="pres">
      <dgm:prSet presAssocID="{B7A81E83-724E-4057-9221-54ABE7AF884A}" presName="compNode" presStyleCnt="0"/>
      <dgm:spPr/>
    </dgm:pt>
    <dgm:pt modelId="{AA92648F-FC8C-4D16-99A6-28232B9780FC}" type="pres">
      <dgm:prSet presAssocID="{B7A81E83-724E-4057-9221-54ABE7AF884A}" presName="bgRect" presStyleLbl="bgShp" presStyleIdx="2" presStyleCnt="3"/>
      <dgm:spPr/>
    </dgm:pt>
    <dgm:pt modelId="{DE75A7E0-0124-4081-9E8D-A10BE628CF81}" type="pres">
      <dgm:prSet presAssocID="{B7A81E83-724E-4057-9221-54ABE7AF884A}" presName="iconRect" presStyleLbl="node1" presStyleIdx="2" presStyleCnt="3"/>
      <dgm:spPr/>
    </dgm:pt>
    <dgm:pt modelId="{EDE1F0A6-3707-4BFA-873A-87C5FF5BF1D4}" type="pres">
      <dgm:prSet presAssocID="{B7A81E83-724E-4057-9221-54ABE7AF884A}" presName="spaceRect" presStyleCnt="0"/>
      <dgm:spPr/>
    </dgm:pt>
    <dgm:pt modelId="{DA71F2CE-6675-4244-8AC9-0E47928DBB11}" type="pres">
      <dgm:prSet presAssocID="{B7A81E83-724E-4057-9221-54ABE7AF88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D1DB03-A845-4F72-ACF7-2C05D0409324}" srcId="{26371B2E-60EB-448B-985E-72B3194E4FE2}" destId="{4B2FD144-82C9-49D2-BF4D-4F76B04EDF20}" srcOrd="0" destOrd="0" parTransId="{C02B5679-3265-4F96-A591-F14C583D2391}" sibTransId="{2FEBEB69-6E69-4292-A76D-EB845914D0F9}"/>
    <dgm:cxn modelId="{0DDE4726-19F2-442F-A029-665123B1A084}" type="presOf" srcId="{4B2FD144-82C9-49D2-BF4D-4F76B04EDF20}" destId="{358F965C-2F0A-43B4-A478-5C14AE78A37B}" srcOrd="0" destOrd="0" presId="urn:microsoft.com/office/officeart/2018/2/layout/IconVerticalSolidList"/>
    <dgm:cxn modelId="{D426B336-16FC-4AA7-B223-F51DC813B2D3}" srcId="{26371B2E-60EB-448B-985E-72B3194E4FE2}" destId="{B7A81E83-724E-4057-9221-54ABE7AF884A}" srcOrd="2" destOrd="0" parTransId="{DA747259-8614-4DE3-8FBA-2F2B26809F22}" sibTransId="{DE1BEE3E-B00F-4B86-B190-DD8E57F8C48B}"/>
    <dgm:cxn modelId="{CBB3624D-C31C-46D7-91AB-EA8D093331C0}" type="presOf" srcId="{B7A81E83-724E-4057-9221-54ABE7AF884A}" destId="{DA71F2CE-6675-4244-8AC9-0E47928DBB11}" srcOrd="0" destOrd="0" presId="urn:microsoft.com/office/officeart/2018/2/layout/IconVerticalSolidList"/>
    <dgm:cxn modelId="{24581B91-9123-4D2B-B973-6351187CBED0}" srcId="{26371B2E-60EB-448B-985E-72B3194E4FE2}" destId="{8F574595-EC10-48FA-BBA5-05516BEA3776}" srcOrd="1" destOrd="0" parTransId="{AAD7FF9A-E654-42BB-86BE-7E455C7AAE36}" sibTransId="{08BFD61E-5DBD-40EF-B61C-715441267B27}"/>
    <dgm:cxn modelId="{E6C23D9C-EE41-4B25-8754-2D483512994F}" type="presOf" srcId="{26371B2E-60EB-448B-985E-72B3194E4FE2}" destId="{F5B12E7C-B70A-4B87-87FD-971A2503C559}" srcOrd="0" destOrd="0" presId="urn:microsoft.com/office/officeart/2018/2/layout/IconVerticalSolidList"/>
    <dgm:cxn modelId="{2B6CEAD1-26BC-441C-B38D-3025DDE52508}" type="presOf" srcId="{8F574595-EC10-48FA-BBA5-05516BEA3776}" destId="{260681ED-7E16-4390-AF5C-E63EE30EEE5E}" srcOrd="0" destOrd="0" presId="urn:microsoft.com/office/officeart/2018/2/layout/IconVerticalSolidList"/>
    <dgm:cxn modelId="{1393ABA0-7C2E-4E02-8497-2A0BA1351195}" type="presParOf" srcId="{F5B12E7C-B70A-4B87-87FD-971A2503C559}" destId="{4C5BD9B7-F575-4A33-A81F-2B595ABE0F24}" srcOrd="0" destOrd="0" presId="urn:microsoft.com/office/officeart/2018/2/layout/IconVerticalSolidList"/>
    <dgm:cxn modelId="{A3FDDECD-CDC7-475E-9ADC-15DB5F0067C8}" type="presParOf" srcId="{4C5BD9B7-F575-4A33-A81F-2B595ABE0F24}" destId="{712779E6-6E0F-4315-ADCF-075C0ADE27A2}" srcOrd="0" destOrd="0" presId="urn:microsoft.com/office/officeart/2018/2/layout/IconVerticalSolidList"/>
    <dgm:cxn modelId="{72B60692-2F7B-4EFF-8A1E-702390B56FB9}" type="presParOf" srcId="{4C5BD9B7-F575-4A33-A81F-2B595ABE0F24}" destId="{9CFA4DF3-D2B5-4642-88BE-86A420393710}" srcOrd="1" destOrd="0" presId="urn:microsoft.com/office/officeart/2018/2/layout/IconVerticalSolidList"/>
    <dgm:cxn modelId="{49831C51-A4DE-47B2-90B8-E028F90C55A7}" type="presParOf" srcId="{4C5BD9B7-F575-4A33-A81F-2B595ABE0F24}" destId="{6D67A83A-C791-4C72-A124-644E0A435F0D}" srcOrd="2" destOrd="0" presId="urn:microsoft.com/office/officeart/2018/2/layout/IconVerticalSolidList"/>
    <dgm:cxn modelId="{E29E1F81-5011-44F8-9201-7B82001CEB6C}" type="presParOf" srcId="{4C5BD9B7-F575-4A33-A81F-2B595ABE0F24}" destId="{358F965C-2F0A-43B4-A478-5C14AE78A37B}" srcOrd="3" destOrd="0" presId="urn:microsoft.com/office/officeart/2018/2/layout/IconVerticalSolidList"/>
    <dgm:cxn modelId="{AD0A1071-6646-49DB-A988-84B647E87853}" type="presParOf" srcId="{F5B12E7C-B70A-4B87-87FD-971A2503C559}" destId="{A7CB88D3-F667-4F9B-A613-B48EFE375B47}" srcOrd="1" destOrd="0" presId="urn:microsoft.com/office/officeart/2018/2/layout/IconVerticalSolidList"/>
    <dgm:cxn modelId="{2DC644ED-573B-4991-8C34-B5340669B942}" type="presParOf" srcId="{F5B12E7C-B70A-4B87-87FD-971A2503C559}" destId="{95246A0D-CD8B-43AF-B345-56F19B6201DC}" srcOrd="2" destOrd="0" presId="urn:microsoft.com/office/officeart/2018/2/layout/IconVerticalSolidList"/>
    <dgm:cxn modelId="{BA9A65B9-F447-492B-A3B4-01AF47D38FDF}" type="presParOf" srcId="{95246A0D-CD8B-43AF-B345-56F19B6201DC}" destId="{CC151050-09BD-4C6B-9F9F-9647DB94BC06}" srcOrd="0" destOrd="0" presId="urn:microsoft.com/office/officeart/2018/2/layout/IconVerticalSolidList"/>
    <dgm:cxn modelId="{66E92A90-312A-4BCD-9C0D-B68627C99812}" type="presParOf" srcId="{95246A0D-CD8B-43AF-B345-56F19B6201DC}" destId="{69E90FB8-B48B-4287-8EA4-4EF968F20DBA}" srcOrd="1" destOrd="0" presId="urn:microsoft.com/office/officeart/2018/2/layout/IconVerticalSolidList"/>
    <dgm:cxn modelId="{3CA316C1-37CC-4AB4-A0B1-361601B4F866}" type="presParOf" srcId="{95246A0D-CD8B-43AF-B345-56F19B6201DC}" destId="{3400F597-A7FF-4747-B605-B01A1FC3B41F}" srcOrd="2" destOrd="0" presId="urn:microsoft.com/office/officeart/2018/2/layout/IconVerticalSolidList"/>
    <dgm:cxn modelId="{07B2EDBE-E628-4C27-A99A-AA76699CA7AB}" type="presParOf" srcId="{95246A0D-CD8B-43AF-B345-56F19B6201DC}" destId="{260681ED-7E16-4390-AF5C-E63EE30EEE5E}" srcOrd="3" destOrd="0" presId="urn:microsoft.com/office/officeart/2018/2/layout/IconVerticalSolidList"/>
    <dgm:cxn modelId="{B5947C24-ED95-4666-B505-7C0C6A8A29AB}" type="presParOf" srcId="{F5B12E7C-B70A-4B87-87FD-971A2503C559}" destId="{956CF0A1-BBBC-4D52-9685-35B895EAE79F}" srcOrd="3" destOrd="0" presId="urn:microsoft.com/office/officeart/2018/2/layout/IconVerticalSolidList"/>
    <dgm:cxn modelId="{B7FC5126-C27A-493B-956A-BB062B055FB6}" type="presParOf" srcId="{F5B12E7C-B70A-4B87-87FD-971A2503C559}" destId="{A03367F6-43BB-4B8B-AA9A-347567235294}" srcOrd="4" destOrd="0" presId="urn:microsoft.com/office/officeart/2018/2/layout/IconVerticalSolidList"/>
    <dgm:cxn modelId="{02BA04BF-4949-4ED1-8CA6-5C08D7DEF257}" type="presParOf" srcId="{A03367F6-43BB-4B8B-AA9A-347567235294}" destId="{AA92648F-FC8C-4D16-99A6-28232B9780FC}" srcOrd="0" destOrd="0" presId="urn:microsoft.com/office/officeart/2018/2/layout/IconVerticalSolidList"/>
    <dgm:cxn modelId="{730539AD-855D-47F8-8B8F-1946160500D7}" type="presParOf" srcId="{A03367F6-43BB-4B8B-AA9A-347567235294}" destId="{DE75A7E0-0124-4081-9E8D-A10BE628CF81}" srcOrd="1" destOrd="0" presId="urn:microsoft.com/office/officeart/2018/2/layout/IconVerticalSolidList"/>
    <dgm:cxn modelId="{F884C436-75C2-40ED-AAFF-3713C5AACC25}" type="presParOf" srcId="{A03367F6-43BB-4B8B-AA9A-347567235294}" destId="{EDE1F0A6-3707-4BFA-873A-87C5FF5BF1D4}" srcOrd="2" destOrd="0" presId="urn:microsoft.com/office/officeart/2018/2/layout/IconVerticalSolidList"/>
    <dgm:cxn modelId="{180C49EA-69D2-48D8-8CD7-3829F4ADF5B7}" type="presParOf" srcId="{A03367F6-43BB-4B8B-AA9A-347567235294}" destId="{DA71F2CE-6675-4244-8AC9-0E47928DBB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E124182-F3D0-477C-B4DD-19DF6BA2BF7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59F020-8F5F-46F6-AB0E-07E9487F745E}">
      <dgm:prSet/>
      <dgm:spPr/>
      <dgm:t>
        <a:bodyPr/>
        <a:lstStyle/>
        <a:p>
          <a:r>
            <a:rPr lang="en-US" dirty="0"/>
            <a:t>Request</a:t>
          </a:r>
        </a:p>
      </dgm:t>
    </dgm:pt>
    <dgm:pt modelId="{F3424E1B-031F-4F4D-80B4-E9FE6E13769A}" type="parTrans" cxnId="{DC6A66B8-8B08-4368-8C8E-77C1DDED7695}">
      <dgm:prSet/>
      <dgm:spPr/>
      <dgm:t>
        <a:bodyPr/>
        <a:lstStyle/>
        <a:p>
          <a:endParaRPr lang="en-US"/>
        </a:p>
      </dgm:t>
    </dgm:pt>
    <dgm:pt modelId="{E878D90E-7AA9-4305-B179-D1E635CF8CE8}" type="sibTrans" cxnId="{DC6A66B8-8B08-4368-8C8E-77C1DDED769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CD18C67-586D-4D27-A1E7-A96E9906E219}">
      <dgm:prSet/>
      <dgm:spPr/>
      <dgm:t>
        <a:bodyPr/>
        <a:lstStyle/>
        <a:p>
          <a:r>
            <a:rPr lang="en-US" dirty="0"/>
            <a:t>Tender</a:t>
          </a:r>
        </a:p>
      </dgm:t>
    </dgm:pt>
    <dgm:pt modelId="{B9D96897-6C29-4412-AD55-49BFF9B19C05}" type="parTrans" cxnId="{2E3950F9-6E79-4D8F-BCBB-83EDD991DAFC}">
      <dgm:prSet/>
      <dgm:spPr/>
      <dgm:t>
        <a:bodyPr/>
        <a:lstStyle/>
        <a:p>
          <a:endParaRPr lang="en-US"/>
        </a:p>
      </dgm:t>
    </dgm:pt>
    <dgm:pt modelId="{5557E07D-5044-4746-A57E-5C2517936851}" type="sibTrans" cxnId="{2E3950F9-6E79-4D8F-BCBB-83EDD991DAF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6217C74-5F64-45AF-92CF-EC0E119B632D}">
      <dgm:prSet/>
      <dgm:spPr/>
      <dgm:t>
        <a:bodyPr/>
        <a:lstStyle/>
        <a:p>
          <a:r>
            <a:rPr lang="en-US" dirty="0"/>
            <a:t>Vendor Bids </a:t>
          </a:r>
        </a:p>
      </dgm:t>
    </dgm:pt>
    <dgm:pt modelId="{06FB67BC-C676-4838-A3E4-DF72D26DF334}" type="parTrans" cxnId="{5CB98B8F-9886-4A28-9DA4-35EA914604B4}">
      <dgm:prSet/>
      <dgm:spPr/>
      <dgm:t>
        <a:bodyPr/>
        <a:lstStyle/>
        <a:p>
          <a:endParaRPr lang="en-US"/>
        </a:p>
      </dgm:t>
    </dgm:pt>
    <dgm:pt modelId="{D4BFE11C-7B23-480C-AA02-F1C579A23AD0}" type="sibTrans" cxnId="{5CB98B8F-9886-4A28-9DA4-35EA914604B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3A1167A-9E53-4D4E-BCF4-24B7C836ABC9}">
      <dgm:prSet/>
      <dgm:spPr/>
      <dgm:t>
        <a:bodyPr/>
        <a:lstStyle/>
        <a:p>
          <a:r>
            <a:rPr lang="en-US"/>
            <a:t>Award</a:t>
          </a:r>
          <a:endParaRPr lang="en-US" dirty="0"/>
        </a:p>
      </dgm:t>
    </dgm:pt>
    <dgm:pt modelId="{E7B4FDE5-414F-4455-9A2C-D69D2D3B312F}" type="parTrans" cxnId="{FEEF8648-6C0A-4EA8-B463-4188E051A344}">
      <dgm:prSet/>
      <dgm:spPr/>
      <dgm:t>
        <a:bodyPr/>
        <a:lstStyle/>
        <a:p>
          <a:endParaRPr lang="en-US"/>
        </a:p>
      </dgm:t>
    </dgm:pt>
    <dgm:pt modelId="{97A22274-3D22-4CA0-BEC7-17B74028600E}" type="sibTrans" cxnId="{FEEF8648-6C0A-4EA8-B463-4188E051A34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D490C82-AFB7-42AB-A284-D44BC4907175}">
      <dgm:prSet/>
      <dgm:spPr/>
      <dgm:t>
        <a:bodyPr/>
        <a:lstStyle/>
        <a:p>
          <a:r>
            <a:rPr lang="en-US"/>
            <a:t>Delivery</a:t>
          </a:r>
          <a:endParaRPr lang="en-US" dirty="0"/>
        </a:p>
      </dgm:t>
    </dgm:pt>
    <dgm:pt modelId="{22C7A893-D508-449A-94D2-59A04F97CC45}" type="parTrans" cxnId="{F4A18905-405F-49AF-A6FE-B63F8C3A4460}">
      <dgm:prSet/>
      <dgm:spPr/>
      <dgm:t>
        <a:bodyPr/>
        <a:lstStyle/>
        <a:p>
          <a:endParaRPr lang="en-US"/>
        </a:p>
      </dgm:t>
    </dgm:pt>
    <dgm:pt modelId="{14C58C3A-7109-4EEE-9B7D-863838E1801F}" type="sibTrans" cxnId="{F4A18905-405F-49AF-A6FE-B63F8C3A446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8663757D-5430-47A7-86F8-012DCD5CA533}">
      <dgm:prSet/>
      <dgm:spPr/>
      <dgm:t>
        <a:bodyPr/>
        <a:lstStyle/>
        <a:p>
          <a:r>
            <a:rPr lang="en-US" dirty="0"/>
            <a:t>Distribution</a:t>
          </a:r>
        </a:p>
      </dgm:t>
    </dgm:pt>
    <dgm:pt modelId="{AD20DCD4-114E-4D83-A607-02731398804C}" type="parTrans" cxnId="{4246D9E0-37D0-4518-BE98-92CB702CB3F9}">
      <dgm:prSet/>
      <dgm:spPr/>
      <dgm:t>
        <a:bodyPr/>
        <a:lstStyle/>
        <a:p>
          <a:endParaRPr lang="en-US"/>
        </a:p>
      </dgm:t>
    </dgm:pt>
    <dgm:pt modelId="{6A373223-32A1-4381-B181-95F522746E3B}" type="sibTrans" cxnId="{4246D9E0-37D0-4518-BE98-92CB702CB3F9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161957D8-5844-4ABC-9D52-30677BB83B5F}" type="pres">
      <dgm:prSet presAssocID="{7E124182-F3D0-477C-B4DD-19DF6BA2BF7C}" presName="Name0" presStyleCnt="0">
        <dgm:presLayoutVars>
          <dgm:animLvl val="lvl"/>
          <dgm:resizeHandles val="exact"/>
        </dgm:presLayoutVars>
      </dgm:prSet>
      <dgm:spPr/>
    </dgm:pt>
    <dgm:pt modelId="{7298B7C6-1EBF-4F97-9ACF-2353C3CB2932}" type="pres">
      <dgm:prSet presAssocID="{8559F020-8F5F-46F6-AB0E-07E9487F745E}" presName="compositeNode" presStyleCnt="0">
        <dgm:presLayoutVars>
          <dgm:bulletEnabled val="1"/>
        </dgm:presLayoutVars>
      </dgm:prSet>
      <dgm:spPr/>
    </dgm:pt>
    <dgm:pt modelId="{DEA82940-EFC9-46E4-B215-617112D67FE4}" type="pres">
      <dgm:prSet presAssocID="{8559F020-8F5F-46F6-AB0E-07E9487F745E}" presName="bgRect" presStyleLbl="alignNode1" presStyleIdx="0" presStyleCnt="6"/>
      <dgm:spPr/>
    </dgm:pt>
    <dgm:pt modelId="{0C38CFEF-A06B-4FB9-9953-E1B1A68227C0}" type="pres">
      <dgm:prSet presAssocID="{E878D90E-7AA9-4305-B179-D1E635CF8CE8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95F0E34D-D595-4CF7-907F-F6B4D044BB25}" type="pres">
      <dgm:prSet presAssocID="{8559F020-8F5F-46F6-AB0E-07E9487F745E}" presName="nodeRect" presStyleLbl="alignNode1" presStyleIdx="0" presStyleCnt="6">
        <dgm:presLayoutVars>
          <dgm:bulletEnabled val="1"/>
        </dgm:presLayoutVars>
      </dgm:prSet>
      <dgm:spPr/>
    </dgm:pt>
    <dgm:pt modelId="{9C51E25C-22A0-4769-9FE5-DB74071483EC}" type="pres">
      <dgm:prSet presAssocID="{E878D90E-7AA9-4305-B179-D1E635CF8CE8}" presName="sibTrans" presStyleCnt="0"/>
      <dgm:spPr/>
    </dgm:pt>
    <dgm:pt modelId="{0FF39C46-D259-44F0-B118-1BB2ECE32C92}" type="pres">
      <dgm:prSet presAssocID="{ACD18C67-586D-4D27-A1E7-A96E9906E219}" presName="compositeNode" presStyleCnt="0">
        <dgm:presLayoutVars>
          <dgm:bulletEnabled val="1"/>
        </dgm:presLayoutVars>
      </dgm:prSet>
      <dgm:spPr/>
    </dgm:pt>
    <dgm:pt modelId="{0482E0D8-2A66-4654-A2B2-8690C786F154}" type="pres">
      <dgm:prSet presAssocID="{ACD18C67-586D-4D27-A1E7-A96E9906E219}" presName="bgRect" presStyleLbl="alignNode1" presStyleIdx="1" presStyleCnt="6"/>
      <dgm:spPr/>
    </dgm:pt>
    <dgm:pt modelId="{14B96A2C-FBE4-4230-82B8-160BA164D844}" type="pres">
      <dgm:prSet presAssocID="{5557E07D-5044-4746-A57E-5C2517936851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9F1C9649-3B79-4276-A304-3E2401D211F5}" type="pres">
      <dgm:prSet presAssocID="{ACD18C67-586D-4D27-A1E7-A96E9906E219}" presName="nodeRect" presStyleLbl="alignNode1" presStyleIdx="1" presStyleCnt="6">
        <dgm:presLayoutVars>
          <dgm:bulletEnabled val="1"/>
        </dgm:presLayoutVars>
      </dgm:prSet>
      <dgm:spPr/>
    </dgm:pt>
    <dgm:pt modelId="{B0C7D20F-84D5-4BB6-B72C-8A03B636644D}" type="pres">
      <dgm:prSet presAssocID="{5557E07D-5044-4746-A57E-5C2517936851}" presName="sibTrans" presStyleCnt="0"/>
      <dgm:spPr/>
    </dgm:pt>
    <dgm:pt modelId="{043764E7-D5F3-4B56-A586-B13C4ECB50B3}" type="pres">
      <dgm:prSet presAssocID="{96217C74-5F64-45AF-92CF-EC0E119B632D}" presName="compositeNode" presStyleCnt="0">
        <dgm:presLayoutVars>
          <dgm:bulletEnabled val="1"/>
        </dgm:presLayoutVars>
      </dgm:prSet>
      <dgm:spPr/>
    </dgm:pt>
    <dgm:pt modelId="{A7D6BF57-4705-444C-8F2F-D08FE3E2323A}" type="pres">
      <dgm:prSet presAssocID="{96217C74-5F64-45AF-92CF-EC0E119B632D}" presName="bgRect" presStyleLbl="alignNode1" presStyleIdx="2" presStyleCnt="6"/>
      <dgm:spPr/>
    </dgm:pt>
    <dgm:pt modelId="{1484BAEE-84F2-409D-9A34-7D5D99673996}" type="pres">
      <dgm:prSet presAssocID="{D4BFE11C-7B23-480C-AA02-F1C579A23AD0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052C40EB-6821-4712-AE35-5DF9A9FD2B91}" type="pres">
      <dgm:prSet presAssocID="{96217C74-5F64-45AF-92CF-EC0E119B632D}" presName="nodeRect" presStyleLbl="alignNode1" presStyleIdx="2" presStyleCnt="6">
        <dgm:presLayoutVars>
          <dgm:bulletEnabled val="1"/>
        </dgm:presLayoutVars>
      </dgm:prSet>
      <dgm:spPr/>
    </dgm:pt>
    <dgm:pt modelId="{901D9724-F3BD-4BDB-98D5-5EFFBBD81CF1}" type="pres">
      <dgm:prSet presAssocID="{D4BFE11C-7B23-480C-AA02-F1C579A23AD0}" presName="sibTrans" presStyleCnt="0"/>
      <dgm:spPr/>
    </dgm:pt>
    <dgm:pt modelId="{0F95E560-CF16-48F9-B287-24C5B3991EB9}" type="pres">
      <dgm:prSet presAssocID="{D3A1167A-9E53-4D4E-BCF4-24B7C836ABC9}" presName="compositeNode" presStyleCnt="0">
        <dgm:presLayoutVars>
          <dgm:bulletEnabled val="1"/>
        </dgm:presLayoutVars>
      </dgm:prSet>
      <dgm:spPr/>
    </dgm:pt>
    <dgm:pt modelId="{606FFC32-0DE8-48B7-B7AB-7E43844401D6}" type="pres">
      <dgm:prSet presAssocID="{D3A1167A-9E53-4D4E-BCF4-24B7C836ABC9}" presName="bgRect" presStyleLbl="alignNode1" presStyleIdx="3" presStyleCnt="6"/>
      <dgm:spPr/>
    </dgm:pt>
    <dgm:pt modelId="{9DC3A731-B7F8-4F31-BB80-1C9FD2C12439}" type="pres">
      <dgm:prSet presAssocID="{97A22274-3D22-4CA0-BEC7-17B74028600E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A4B96C56-F785-4268-8F94-2ED7BDF2C14C}" type="pres">
      <dgm:prSet presAssocID="{D3A1167A-9E53-4D4E-BCF4-24B7C836ABC9}" presName="nodeRect" presStyleLbl="alignNode1" presStyleIdx="3" presStyleCnt="6">
        <dgm:presLayoutVars>
          <dgm:bulletEnabled val="1"/>
        </dgm:presLayoutVars>
      </dgm:prSet>
      <dgm:spPr/>
    </dgm:pt>
    <dgm:pt modelId="{A84A1707-BA95-43C5-BB14-ACFAE6F1FC61}" type="pres">
      <dgm:prSet presAssocID="{97A22274-3D22-4CA0-BEC7-17B74028600E}" presName="sibTrans" presStyleCnt="0"/>
      <dgm:spPr/>
    </dgm:pt>
    <dgm:pt modelId="{33EE153B-0D41-430B-A445-4A10D30237D7}" type="pres">
      <dgm:prSet presAssocID="{BD490C82-AFB7-42AB-A284-D44BC4907175}" presName="compositeNode" presStyleCnt="0">
        <dgm:presLayoutVars>
          <dgm:bulletEnabled val="1"/>
        </dgm:presLayoutVars>
      </dgm:prSet>
      <dgm:spPr/>
    </dgm:pt>
    <dgm:pt modelId="{0F10AC39-3C46-41E9-A3DF-3A4DEF05A5C0}" type="pres">
      <dgm:prSet presAssocID="{BD490C82-AFB7-42AB-A284-D44BC4907175}" presName="bgRect" presStyleLbl="alignNode1" presStyleIdx="4" presStyleCnt="6"/>
      <dgm:spPr/>
    </dgm:pt>
    <dgm:pt modelId="{6FEC26E2-3AB5-4F5C-8059-6485E7F2E051}" type="pres">
      <dgm:prSet presAssocID="{14C58C3A-7109-4EEE-9B7D-863838E1801F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DAAE73B8-D6B3-4D77-B157-70FD2C11895F}" type="pres">
      <dgm:prSet presAssocID="{BD490C82-AFB7-42AB-A284-D44BC4907175}" presName="nodeRect" presStyleLbl="alignNode1" presStyleIdx="4" presStyleCnt="6">
        <dgm:presLayoutVars>
          <dgm:bulletEnabled val="1"/>
        </dgm:presLayoutVars>
      </dgm:prSet>
      <dgm:spPr/>
    </dgm:pt>
    <dgm:pt modelId="{5A198E36-D9B0-4CC9-B2A1-BE9745DECA00}" type="pres">
      <dgm:prSet presAssocID="{14C58C3A-7109-4EEE-9B7D-863838E1801F}" presName="sibTrans" presStyleCnt="0"/>
      <dgm:spPr/>
    </dgm:pt>
    <dgm:pt modelId="{32000C48-CAA8-4028-8312-144EE8D270AB}" type="pres">
      <dgm:prSet presAssocID="{8663757D-5430-47A7-86F8-012DCD5CA533}" presName="compositeNode" presStyleCnt="0">
        <dgm:presLayoutVars>
          <dgm:bulletEnabled val="1"/>
        </dgm:presLayoutVars>
      </dgm:prSet>
      <dgm:spPr/>
    </dgm:pt>
    <dgm:pt modelId="{CF68DCC0-5F3F-4B9E-BEFA-704B4569FF47}" type="pres">
      <dgm:prSet presAssocID="{8663757D-5430-47A7-86F8-012DCD5CA533}" presName="bgRect" presStyleLbl="alignNode1" presStyleIdx="5" presStyleCnt="6"/>
      <dgm:spPr/>
    </dgm:pt>
    <dgm:pt modelId="{A1746BA5-A748-4A42-9488-7BFBD9E1AF48}" type="pres">
      <dgm:prSet presAssocID="{6A373223-32A1-4381-B181-95F522746E3B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22B81AAD-7D49-49D9-AA8A-F89D18330E3A}" type="pres">
      <dgm:prSet presAssocID="{8663757D-5430-47A7-86F8-012DCD5CA533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F4A18905-405F-49AF-A6FE-B63F8C3A4460}" srcId="{7E124182-F3D0-477C-B4DD-19DF6BA2BF7C}" destId="{BD490C82-AFB7-42AB-A284-D44BC4907175}" srcOrd="4" destOrd="0" parTransId="{22C7A893-D508-449A-94D2-59A04F97CC45}" sibTransId="{14C58C3A-7109-4EEE-9B7D-863838E1801F}"/>
    <dgm:cxn modelId="{27DD560F-C00F-46FC-9DC6-9B69E05C77BF}" type="presOf" srcId="{8663757D-5430-47A7-86F8-012DCD5CA533}" destId="{CF68DCC0-5F3F-4B9E-BEFA-704B4569FF47}" srcOrd="0" destOrd="0" presId="urn:microsoft.com/office/officeart/2016/7/layout/LinearBlockProcessNumbered"/>
    <dgm:cxn modelId="{26629D10-4C3C-442B-9770-1185A29DE32D}" type="presOf" srcId="{BD490C82-AFB7-42AB-A284-D44BC4907175}" destId="{DAAE73B8-D6B3-4D77-B157-70FD2C11895F}" srcOrd="1" destOrd="0" presId="urn:microsoft.com/office/officeart/2016/7/layout/LinearBlockProcessNumbered"/>
    <dgm:cxn modelId="{CACDF620-7962-42E1-96D9-2FB0B3A30202}" type="presOf" srcId="{14C58C3A-7109-4EEE-9B7D-863838E1801F}" destId="{6FEC26E2-3AB5-4F5C-8059-6485E7F2E051}" srcOrd="0" destOrd="0" presId="urn:microsoft.com/office/officeart/2016/7/layout/LinearBlockProcessNumbered"/>
    <dgm:cxn modelId="{C6F3B023-789E-419D-AE5D-206F9638ACC2}" type="presOf" srcId="{96217C74-5F64-45AF-92CF-EC0E119B632D}" destId="{052C40EB-6821-4712-AE35-5DF9A9FD2B91}" srcOrd="1" destOrd="0" presId="urn:microsoft.com/office/officeart/2016/7/layout/LinearBlockProcessNumbered"/>
    <dgm:cxn modelId="{625AE636-B3A6-4A19-8196-848BF4623D55}" type="presOf" srcId="{BD490C82-AFB7-42AB-A284-D44BC4907175}" destId="{0F10AC39-3C46-41E9-A3DF-3A4DEF05A5C0}" srcOrd="0" destOrd="0" presId="urn:microsoft.com/office/officeart/2016/7/layout/LinearBlockProcessNumbered"/>
    <dgm:cxn modelId="{EC7DDC5B-80FB-4987-A607-370C81789ED6}" type="presOf" srcId="{D3A1167A-9E53-4D4E-BCF4-24B7C836ABC9}" destId="{A4B96C56-F785-4268-8F94-2ED7BDF2C14C}" srcOrd="1" destOrd="0" presId="urn:microsoft.com/office/officeart/2016/7/layout/LinearBlockProcessNumbered"/>
    <dgm:cxn modelId="{329B4A5D-7E6D-42A2-BEAE-DA3F41B0E78F}" type="presOf" srcId="{8559F020-8F5F-46F6-AB0E-07E9487F745E}" destId="{DEA82940-EFC9-46E4-B215-617112D67FE4}" srcOrd="0" destOrd="0" presId="urn:microsoft.com/office/officeart/2016/7/layout/LinearBlockProcessNumbered"/>
    <dgm:cxn modelId="{23116567-F5DE-411C-87E9-B7C73167A3C6}" type="presOf" srcId="{97A22274-3D22-4CA0-BEC7-17B74028600E}" destId="{9DC3A731-B7F8-4F31-BB80-1C9FD2C12439}" srcOrd="0" destOrd="0" presId="urn:microsoft.com/office/officeart/2016/7/layout/LinearBlockProcessNumbered"/>
    <dgm:cxn modelId="{FEEF8648-6C0A-4EA8-B463-4188E051A344}" srcId="{7E124182-F3D0-477C-B4DD-19DF6BA2BF7C}" destId="{D3A1167A-9E53-4D4E-BCF4-24B7C836ABC9}" srcOrd="3" destOrd="0" parTransId="{E7B4FDE5-414F-4455-9A2C-D69D2D3B312F}" sibTransId="{97A22274-3D22-4CA0-BEC7-17B74028600E}"/>
    <dgm:cxn modelId="{F3B4796A-0B6F-4D6C-86EA-634BA949219F}" type="presOf" srcId="{ACD18C67-586D-4D27-A1E7-A96E9906E219}" destId="{0482E0D8-2A66-4654-A2B2-8690C786F154}" srcOrd="0" destOrd="0" presId="urn:microsoft.com/office/officeart/2016/7/layout/LinearBlockProcessNumbered"/>
    <dgm:cxn modelId="{DF793673-A6A6-41DB-9F72-BFDC34C5E316}" type="presOf" srcId="{D3A1167A-9E53-4D4E-BCF4-24B7C836ABC9}" destId="{606FFC32-0DE8-48B7-B7AB-7E43844401D6}" srcOrd="0" destOrd="0" presId="urn:microsoft.com/office/officeart/2016/7/layout/LinearBlockProcessNumbered"/>
    <dgm:cxn modelId="{E3896E77-2B0A-491F-BC17-D55ACDA30D2B}" type="presOf" srcId="{6A373223-32A1-4381-B181-95F522746E3B}" destId="{A1746BA5-A748-4A42-9488-7BFBD9E1AF48}" srcOrd="0" destOrd="0" presId="urn:microsoft.com/office/officeart/2016/7/layout/LinearBlockProcessNumbered"/>
    <dgm:cxn modelId="{B6A4627B-A479-413B-A6F3-0F607D504964}" type="presOf" srcId="{8663757D-5430-47A7-86F8-012DCD5CA533}" destId="{22B81AAD-7D49-49D9-AA8A-F89D18330E3A}" srcOrd="1" destOrd="0" presId="urn:microsoft.com/office/officeart/2016/7/layout/LinearBlockProcessNumbered"/>
    <dgm:cxn modelId="{B591D681-529A-47AF-9B16-8925497FAF72}" type="presOf" srcId="{5557E07D-5044-4746-A57E-5C2517936851}" destId="{14B96A2C-FBE4-4230-82B8-160BA164D844}" srcOrd="0" destOrd="0" presId="urn:microsoft.com/office/officeart/2016/7/layout/LinearBlockProcessNumbered"/>
    <dgm:cxn modelId="{5CB98B8F-9886-4A28-9DA4-35EA914604B4}" srcId="{7E124182-F3D0-477C-B4DD-19DF6BA2BF7C}" destId="{96217C74-5F64-45AF-92CF-EC0E119B632D}" srcOrd="2" destOrd="0" parTransId="{06FB67BC-C676-4838-A3E4-DF72D26DF334}" sibTransId="{D4BFE11C-7B23-480C-AA02-F1C579A23AD0}"/>
    <dgm:cxn modelId="{2C15C4B4-FF71-4E4F-807D-A8DDC3FDD101}" type="presOf" srcId="{ACD18C67-586D-4D27-A1E7-A96E9906E219}" destId="{9F1C9649-3B79-4276-A304-3E2401D211F5}" srcOrd="1" destOrd="0" presId="urn:microsoft.com/office/officeart/2016/7/layout/LinearBlockProcessNumbered"/>
    <dgm:cxn modelId="{DC6A66B8-8B08-4368-8C8E-77C1DDED7695}" srcId="{7E124182-F3D0-477C-B4DD-19DF6BA2BF7C}" destId="{8559F020-8F5F-46F6-AB0E-07E9487F745E}" srcOrd="0" destOrd="0" parTransId="{F3424E1B-031F-4F4D-80B4-E9FE6E13769A}" sibTransId="{E878D90E-7AA9-4305-B179-D1E635CF8CE8}"/>
    <dgm:cxn modelId="{44150EC6-B5F9-4244-B363-C7DA6CAAE404}" type="presOf" srcId="{8559F020-8F5F-46F6-AB0E-07E9487F745E}" destId="{95F0E34D-D595-4CF7-907F-F6B4D044BB25}" srcOrd="1" destOrd="0" presId="urn:microsoft.com/office/officeart/2016/7/layout/LinearBlockProcessNumbered"/>
    <dgm:cxn modelId="{A6F160CB-8C0E-4214-9812-9D52D482CDB8}" type="presOf" srcId="{D4BFE11C-7B23-480C-AA02-F1C579A23AD0}" destId="{1484BAEE-84F2-409D-9A34-7D5D99673996}" srcOrd="0" destOrd="0" presId="urn:microsoft.com/office/officeart/2016/7/layout/LinearBlockProcessNumbered"/>
    <dgm:cxn modelId="{410F7FD7-D81C-4FEC-A6E6-3D454EB3EC39}" type="presOf" srcId="{E878D90E-7AA9-4305-B179-D1E635CF8CE8}" destId="{0C38CFEF-A06B-4FB9-9953-E1B1A68227C0}" srcOrd="0" destOrd="0" presId="urn:microsoft.com/office/officeart/2016/7/layout/LinearBlockProcessNumbered"/>
    <dgm:cxn modelId="{4246D9E0-37D0-4518-BE98-92CB702CB3F9}" srcId="{7E124182-F3D0-477C-B4DD-19DF6BA2BF7C}" destId="{8663757D-5430-47A7-86F8-012DCD5CA533}" srcOrd="5" destOrd="0" parTransId="{AD20DCD4-114E-4D83-A607-02731398804C}" sibTransId="{6A373223-32A1-4381-B181-95F522746E3B}"/>
    <dgm:cxn modelId="{5F19F1E3-4ACE-4988-84CD-C2BD5B8A32FD}" type="presOf" srcId="{7E124182-F3D0-477C-B4DD-19DF6BA2BF7C}" destId="{161957D8-5844-4ABC-9D52-30677BB83B5F}" srcOrd="0" destOrd="0" presId="urn:microsoft.com/office/officeart/2016/7/layout/LinearBlockProcessNumbered"/>
    <dgm:cxn modelId="{6553E1E8-86E0-4263-9E5C-E8245596CB57}" type="presOf" srcId="{96217C74-5F64-45AF-92CF-EC0E119B632D}" destId="{A7D6BF57-4705-444C-8F2F-D08FE3E2323A}" srcOrd="0" destOrd="0" presId="urn:microsoft.com/office/officeart/2016/7/layout/LinearBlockProcessNumbered"/>
    <dgm:cxn modelId="{2E3950F9-6E79-4D8F-BCBB-83EDD991DAFC}" srcId="{7E124182-F3D0-477C-B4DD-19DF6BA2BF7C}" destId="{ACD18C67-586D-4D27-A1E7-A96E9906E219}" srcOrd="1" destOrd="0" parTransId="{B9D96897-6C29-4412-AD55-49BFF9B19C05}" sibTransId="{5557E07D-5044-4746-A57E-5C2517936851}"/>
    <dgm:cxn modelId="{75C52108-4D9F-44ED-97F7-B381605669CB}" type="presParOf" srcId="{161957D8-5844-4ABC-9D52-30677BB83B5F}" destId="{7298B7C6-1EBF-4F97-9ACF-2353C3CB2932}" srcOrd="0" destOrd="0" presId="urn:microsoft.com/office/officeart/2016/7/layout/LinearBlockProcessNumbered"/>
    <dgm:cxn modelId="{60C43481-7471-4B14-A1A2-EB45CEB6346A}" type="presParOf" srcId="{7298B7C6-1EBF-4F97-9ACF-2353C3CB2932}" destId="{DEA82940-EFC9-46E4-B215-617112D67FE4}" srcOrd="0" destOrd="0" presId="urn:microsoft.com/office/officeart/2016/7/layout/LinearBlockProcessNumbered"/>
    <dgm:cxn modelId="{4484397A-4633-4863-8E7E-9F489919E877}" type="presParOf" srcId="{7298B7C6-1EBF-4F97-9ACF-2353C3CB2932}" destId="{0C38CFEF-A06B-4FB9-9953-E1B1A68227C0}" srcOrd="1" destOrd="0" presId="urn:microsoft.com/office/officeart/2016/7/layout/LinearBlockProcessNumbered"/>
    <dgm:cxn modelId="{61DE23D2-E327-4CFB-8BC7-4637904DDF0A}" type="presParOf" srcId="{7298B7C6-1EBF-4F97-9ACF-2353C3CB2932}" destId="{95F0E34D-D595-4CF7-907F-F6B4D044BB25}" srcOrd="2" destOrd="0" presId="urn:microsoft.com/office/officeart/2016/7/layout/LinearBlockProcessNumbered"/>
    <dgm:cxn modelId="{93070385-593E-450B-AEE7-19F6DD260143}" type="presParOf" srcId="{161957D8-5844-4ABC-9D52-30677BB83B5F}" destId="{9C51E25C-22A0-4769-9FE5-DB74071483EC}" srcOrd="1" destOrd="0" presId="urn:microsoft.com/office/officeart/2016/7/layout/LinearBlockProcessNumbered"/>
    <dgm:cxn modelId="{83482FF4-AC8C-49DC-A4F6-BA5E28BB71A0}" type="presParOf" srcId="{161957D8-5844-4ABC-9D52-30677BB83B5F}" destId="{0FF39C46-D259-44F0-B118-1BB2ECE32C92}" srcOrd="2" destOrd="0" presId="urn:microsoft.com/office/officeart/2016/7/layout/LinearBlockProcessNumbered"/>
    <dgm:cxn modelId="{F9CA138B-4424-4E7A-88CF-23B464D93EAC}" type="presParOf" srcId="{0FF39C46-D259-44F0-B118-1BB2ECE32C92}" destId="{0482E0D8-2A66-4654-A2B2-8690C786F154}" srcOrd="0" destOrd="0" presId="urn:microsoft.com/office/officeart/2016/7/layout/LinearBlockProcessNumbered"/>
    <dgm:cxn modelId="{FCE6AA06-DE37-4EF3-AEB1-799288CF1A3E}" type="presParOf" srcId="{0FF39C46-D259-44F0-B118-1BB2ECE32C92}" destId="{14B96A2C-FBE4-4230-82B8-160BA164D844}" srcOrd="1" destOrd="0" presId="urn:microsoft.com/office/officeart/2016/7/layout/LinearBlockProcessNumbered"/>
    <dgm:cxn modelId="{275ADFC0-F2A9-4CAE-A036-546068CF9474}" type="presParOf" srcId="{0FF39C46-D259-44F0-B118-1BB2ECE32C92}" destId="{9F1C9649-3B79-4276-A304-3E2401D211F5}" srcOrd="2" destOrd="0" presId="urn:microsoft.com/office/officeart/2016/7/layout/LinearBlockProcessNumbered"/>
    <dgm:cxn modelId="{DED2EABE-A6D2-4D8D-B867-C1D95EE27293}" type="presParOf" srcId="{161957D8-5844-4ABC-9D52-30677BB83B5F}" destId="{B0C7D20F-84D5-4BB6-B72C-8A03B636644D}" srcOrd="3" destOrd="0" presId="urn:microsoft.com/office/officeart/2016/7/layout/LinearBlockProcessNumbered"/>
    <dgm:cxn modelId="{7B944B25-D1A2-41BC-9BAD-2C72E32E16B0}" type="presParOf" srcId="{161957D8-5844-4ABC-9D52-30677BB83B5F}" destId="{043764E7-D5F3-4B56-A586-B13C4ECB50B3}" srcOrd="4" destOrd="0" presId="urn:microsoft.com/office/officeart/2016/7/layout/LinearBlockProcessNumbered"/>
    <dgm:cxn modelId="{D5A02194-2A4C-457F-B598-56FB11667B6A}" type="presParOf" srcId="{043764E7-D5F3-4B56-A586-B13C4ECB50B3}" destId="{A7D6BF57-4705-444C-8F2F-D08FE3E2323A}" srcOrd="0" destOrd="0" presId="urn:microsoft.com/office/officeart/2016/7/layout/LinearBlockProcessNumbered"/>
    <dgm:cxn modelId="{B3A747FA-968E-4B06-A943-04A3591C0906}" type="presParOf" srcId="{043764E7-D5F3-4B56-A586-B13C4ECB50B3}" destId="{1484BAEE-84F2-409D-9A34-7D5D99673996}" srcOrd="1" destOrd="0" presId="urn:microsoft.com/office/officeart/2016/7/layout/LinearBlockProcessNumbered"/>
    <dgm:cxn modelId="{2B9A2780-C825-41AB-A250-5D67A1C95A06}" type="presParOf" srcId="{043764E7-D5F3-4B56-A586-B13C4ECB50B3}" destId="{052C40EB-6821-4712-AE35-5DF9A9FD2B91}" srcOrd="2" destOrd="0" presId="urn:microsoft.com/office/officeart/2016/7/layout/LinearBlockProcessNumbered"/>
    <dgm:cxn modelId="{159F1863-7247-45FC-9B47-133921050C84}" type="presParOf" srcId="{161957D8-5844-4ABC-9D52-30677BB83B5F}" destId="{901D9724-F3BD-4BDB-98D5-5EFFBBD81CF1}" srcOrd="5" destOrd="0" presId="urn:microsoft.com/office/officeart/2016/7/layout/LinearBlockProcessNumbered"/>
    <dgm:cxn modelId="{6A46B539-FF76-4D3E-A8B6-FC13F69ADFF4}" type="presParOf" srcId="{161957D8-5844-4ABC-9D52-30677BB83B5F}" destId="{0F95E560-CF16-48F9-B287-24C5B3991EB9}" srcOrd="6" destOrd="0" presId="urn:microsoft.com/office/officeart/2016/7/layout/LinearBlockProcessNumbered"/>
    <dgm:cxn modelId="{2A09D76A-5DD5-4F0A-9F46-8A50573F692E}" type="presParOf" srcId="{0F95E560-CF16-48F9-B287-24C5B3991EB9}" destId="{606FFC32-0DE8-48B7-B7AB-7E43844401D6}" srcOrd="0" destOrd="0" presId="urn:microsoft.com/office/officeart/2016/7/layout/LinearBlockProcessNumbered"/>
    <dgm:cxn modelId="{E3031267-11C1-4EA7-92E6-92A9015C1533}" type="presParOf" srcId="{0F95E560-CF16-48F9-B287-24C5B3991EB9}" destId="{9DC3A731-B7F8-4F31-BB80-1C9FD2C12439}" srcOrd="1" destOrd="0" presId="urn:microsoft.com/office/officeart/2016/7/layout/LinearBlockProcessNumbered"/>
    <dgm:cxn modelId="{26A3A0DB-A219-49C8-9A71-7F44C74A784C}" type="presParOf" srcId="{0F95E560-CF16-48F9-B287-24C5B3991EB9}" destId="{A4B96C56-F785-4268-8F94-2ED7BDF2C14C}" srcOrd="2" destOrd="0" presId="urn:microsoft.com/office/officeart/2016/7/layout/LinearBlockProcessNumbered"/>
    <dgm:cxn modelId="{14145888-8544-4629-8047-79E72358CA91}" type="presParOf" srcId="{161957D8-5844-4ABC-9D52-30677BB83B5F}" destId="{A84A1707-BA95-43C5-BB14-ACFAE6F1FC61}" srcOrd="7" destOrd="0" presId="urn:microsoft.com/office/officeart/2016/7/layout/LinearBlockProcessNumbered"/>
    <dgm:cxn modelId="{DDB5AFD0-4BFC-4A43-9862-75CA9A858110}" type="presParOf" srcId="{161957D8-5844-4ABC-9D52-30677BB83B5F}" destId="{33EE153B-0D41-430B-A445-4A10D30237D7}" srcOrd="8" destOrd="0" presId="urn:microsoft.com/office/officeart/2016/7/layout/LinearBlockProcessNumbered"/>
    <dgm:cxn modelId="{58F5BCB1-862B-4443-A2D7-5A1068A7390A}" type="presParOf" srcId="{33EE153B-0D41-430B-A445-4A10D30237D7}" destId="{0F10AC39-3C46-41E9-A3DF-3A4DEF05A5C0}" srcOrd="0" destOrd="0" presId="urn:microsoft.com/office/officeart/2016/7/layout/LinearBlockProcessNumbered"/>
    <dgm:cxn modelId="{0FEDFD8D-B0CA-4C36-94C7-581CDFD31F0E}" type="presParOf" srcId="{33EE153B-0D41-430B-A445-4A10D30237D7}" destId="{6FEC26E2-3AB5-4F5C-8059-6485E7F2E051}" srcOrd="1" destOrd="0" presId="urn:microsoft.com/office/officeart/2016/7/layout/LinearBlockProcessNumbered"/>
    <dgm:cxn modelId="{703076B2-8897-43F1-8AA1-9AC269F59E07}" type="presParOf" srcId="{33EE153B-0D41-430B-A445-4A10D30237D7}" destId="{DAAE73B8-D6B3-4D77-B157-70FD2C11895F}" srcOrd="2" destOrd="0" presId="urn:microsoft.com/office/officeart/2016/7/layout/LinearBlockProcessNumbered"/>
    <dgm:cxn modelId="{D5EC36C4-DA6D-40A5-BE9F-0BE62098C78E}" type="presParOf" srcId="{161957D8-5844-4ABC-9D52-30677BB83B5F}" destId="{5A198E36-D9B0-4CC9-B2A1-BE9745DECA00}" srcOrd="9" destOrd="0" presId="urn:microsoft.com/office/officeart/2016/7/layout/LinearBlockProcessNumbered"/>
    <dgm:cxn modelId="{72F203E5-98B3-485F-8832-96F18AB3C890}" type="presParOf" srcId="{161957D8-5844-4ABC-9D52-30677BB83B5F}" destId="{32000C48-CAA8-4028-8312-144EE8D270AB}" srcOrd="10" destOrd="0" presId="urn:microsoft.com/office/officeart/2016/7/layout/LinearBlockProcessNumbered"/>
    <dgm:cxn modelId="{78141907-C261-4389-8843-70592F393579}" type="presParOf" srcId="{32000C48-CAA8-4028-8312-144EE8D270AB}" destId="{CF68DCC0-5F3F-4B9E-BEFA-704B4569FF47}" srcOrd="0" destOrd="0" presId="urn:microsoft.com/office/officeart/2016/7/layout/LinearBlockProcessNumbered"/>
    <dgm:cxn modelId="{B816D8FA-BE87-4D20-86C1-FD2D6A814424}" type="presParOf" srcId="{32000C48-CAA8-4028-8312-144EE8D270AB}" destId="{A1746BA5-A748-4A42-9488-7BFBD9E1AF48}" srcOrd="1" destOrd="0" presId="urn:microsoft.com/office/officeart/2016/7/layout/LinearBlockProcessNumbered"/>
    <dgm:cxn modelId="{F012635A-7800-4258-9194-DC657C18A122}" type="presParOf" srcId="{32000C48-CAA8-4028-8312-144EE8D270AB}" destId="{22B81AAD-7D49-49D9-AA8A-F89D18330E3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124182-F3D0-477C-B4DD-19DF6BA2BF7C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59F020-8F5F-46F6-AB0E-07E9487F745E}">
      <dgm:prSet/>
      <dgm:spPr/>
      <dgm:t>
        <a:bodyPr/>
        <a:lstStyle/>
        <a:p>
          <a:r>
            <a:rPr lang="en-US" dirty="0"/>
            <a:t>Request</a:t>
          </a:r>
        </a:p>
      </dgm:t>
    </dgm:pt>
    <dgm:pt modelId="{F3424E1B-031F-4F4D-80B4-E9FE6E13769A}" type="parTrans" cxnId="{DC6A66B8-8B08-4368-8C8E-77C1DDED7695}">
      <dgm:prSet/>
      <dgm:spPr/>
      <dgm:t>
        <a:bodyPr/>
        <a:lstStyle/>
        <a:p>
          <a:endParaRPr lang="en-US"/>
        </a:p>
      </dgm:t>
    </dgm:pt>
    <dgm:pt modelId="{E878D90E-7AA9-4305-B179-D1E635CF8CE8}" type="sibTrans" cxnId="{DC6A66B8-8B08-4368-8C8E-77C1DDED769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CD18C67-586D-4D27-A1E7-A96E9906E219}">
      <dgm:prSet/>
      <dgm:spPr/>
      <dgm:t>
        <a:bodyPr/>
        <a:lstStyle/>
        <a:p>
          <a:r>
            <a:rPr lang="en-US" dirty="0"/>
            <a:t>Tender</a:t>
          </a:r>
        </a:p>
      </dgm:t>
    </dgm:pt>
    <dgm:pt modelId="{B9D96897-6C29-4412-AD55-49BFF9B19C05}" type="parTrans" cxnId="{2E3950F9-6E79-4D8F-BCBB-83EDD991DAFC}">
      <dgm:prSet/>
      <dgm:spPr/>
      <dgm:t>
        <a:bodyPr/>
        <a:lstStyle/>
        <a:p>
          <a:endParaRPr lang="en-US"/>
        </a:p>
      </dgm:t>
    </dgm:pt>
    <dgm:pt modelId="{5557E07D-5044-4746-A57E-5C2517936851}" type="sibTrans" cxnId="{2E3950F9-6E79-4D8F-BCBB-83EDD991DAF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6217C74-5F64-45AF-92CF-EC0E119B632D}">
      <dgm:prSet/>
      <dgm:spPr/>
      <dgm:t>
        <a:bodyPr/>
        <a:lstStyle/>
        <a:p>
          <a:r>
            <a:rPr lang="en-US" dirty="0"/>
            <a:t>Vendor Bids </a:t>
          </a:r>
        </a:p>
      </dgm:t>
    </dgm:pt>
    <dgm:pt modelId="{06FB67BC-C676-4838-A3E4-DF72D26DF334}" type="parTrans" cxnId="{5CB98B8F-9886-4A28-9DA4-35EA914604B4}">
      <dgm:prSet/>
      <dgm:spPr/>
      <dgm:t>
        <a:bodyPr/>
        <a:lstStyle/>
        <a:p>
          <a:endParaRPr lang="en-US"/>
        </a:p>
      </dgm:t>
    </dgm:pt>
    <dgm:pt modelId="{D4BFE11C-7B23-480C-AA02-F1C579A23AD0}" type="sibTrans" cxnId="{5CB98B8F-9886-4A28-9DA4-35EA914604B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3A1167A-9E53-4D4E-BCF4-24B7C836ABC9}">
      <dgm:prSet/>
      <dgm:spPr/>
      <dgm:t>
        <a:bodyPr/>
        <a:lstStyle/>
        <a:p>
          <a:r>
            <a:rPr lang="en-US"/>
            <a:t>Award</a:t>
          </a:r>
          <a:endParaRPr lang="en-US" dirty="0"/>
        </a:p>
      </dgm:t>
    </dgm:pt>
    <dgm:pt modelId="{E7B4FDE5-414F-4455-9A2C-D69D2D3B312F}" type="parTrans" cxnId="{FEEF8648-6C0A-4EA8-B463-4188E051A344}">
      <dgm:prSet/>
      <dgm:spPr/>
      <dgm:t>
        <a:bodyPr/>
        <a:lstStyle/>
        <a:p>
          <a:endParaRPr lang="en-US"/>
        </a:p>
      </dgm:t>
    </dgm:pt>
    <dgm:pt modelId="{97A22274-3D22-4CA0-BEC7-17B74028600E}" type="sibTrans" cxnId="{FEEF8648-6C0A-4EA8-B463-4188E051A344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D490C82-AFB7-42AB-A284-D44BC4907175}">
      <dgm:prSet/>
      <dgm:spPr/>
      <dgm:t>
        <a:bodyPr/>
        <a:lstStyle/>
        <a:p>
          <a:r>
            <a:rPr lang="en-US"/>
            <a:t>Delivery</a:t>
          </a:r>
          <a:endParaRPr lang="en-US" dirty="0"/>
        </a:p>
      </dgm:t>
    </dgm:pt>
    <dgm:pt modelId="{22C7A893-D508-449A-94D2-59A04F97CC45}" type="parTrans" cxnId="{F4A18905-405F-49AF-A6FE-B63F8C3A4460}">
      <dgm:prSet/>
      <dgm:spPr/>
      <dgm:t>
        <a:bodyPr/>
        <a:lstStyle/>
        <a:p>
          <a:endParaRPr lang="en-US"/>
        </a:p>
      </dgm:t>
    </dgm:pt>
    <dgm:pt modelId="{14C58C3A-7109-4EEE-9B7D-863838E1801F}" type="sibTrans" cxnId="{F4A18905-405F-49AF-A6FE-B63F8C3A4460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8663757D-5430-47A7-86F8-012DCD5CA533}">
      <dgm:prSet/>
      <dgm:spPr/>
      <dgm:t>
        <a:bodyPr/>
        <a:lstStyle/>
        <a:p>
          <a:r>
            <a:rPr lang="en-US" dirty="0"/>
            <a:t>Distribution</a:t>
          </a:r>
        </a:p>
      </dgm:t>
    </dgm:pt>
    <dgm:pt modelId="{AD20DCD4-114E-4D83-A607-02731398804C}" type="parTrans" cxnId="{4246D9E0-37D0-4518-BE98-92CB702CB3F9}">
      <dgm:prSet/>
      <dgm:spPr/>
      <dgm:t>
        <a:bodyPr/>
        <a:lstStyle/>
        <a:p>
          <a:endParaRPr lang="en-US"/>
        </a:p>
      </dgm:t>
    </dgm:pt>
    <dgm:pt modelId="{6A373223-32A1-4381-B181-95F522746E3B}" type="sibTrans" cxnId="{4246D9E0-37D0-4518-BE98-92CB702CB3F9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161957D8-5844-4ABC-9D52-30677BB83B5F}" type="pres">
      <dgm:prSet presAssocID="{7E124182-F3D0-477C-B4DD-19DF6BA2BF7C}" presName="Name0" presStyleCnt="0">
        <dgm:presLayoutVars>
          <dgm:animLvl val="lvl"/>
          <dgm:resizeHandles val="exact"/>
        </dgm:presLayoutVars>
      </dgm:prSet>
      <dgm:spPr/>
    </dgm:pt>
    <dgm:pt modelId="{7298B7C6-1EBF-4F97-9ACF-2353C3CB2932}" type="pres">
      <dgm:prSet presAssocID="{8559F020-8F5F-46F6-AB0E-07E9487F745E}" presName="compositeNode" presStyleCnt="0">
        <dgm:presLayoutVars>
          <dgm:bulletEnabled val="1"/>
        </dgm:presLayoutVars>
      </dgm:prSet>
      <dgm:spPr/>
    </dgm:pt>
    <dgm:pt modelId="{DEA82940-EFC9-46E4-B215-617112D67FE4}" type="pres">
      <dgm:prSet presAssocID="{8559F020-8F5F-46F6-AB0E-07E9487F745E}" presName="bgRect" presStyleLbl="alignNode1" presStyleIdx="0" presStyleCnt="6"/>
      <dgm:spPr/>
    </dgm:pt>
    <dgm:pt modelId="{0C38CFEF-A06B-4FB9-9953-E1B1A68227C0}" type="pres">
      <dgm:prSet presAssocID="{E878D90E-7AA9-4305-B179-D1E635CF8CE8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95F0E34D-D595-4CF7-907F-F6B4D044BB25}" type="pres">
      <dgm:prSet presAssocID="{8559F020-8F5F-46F6-AB0E-07E9487F745E}" presName="nodeRect" presStyleLbl="alignNode1" presStyleIdx="0" presStyleCnt="6">
        <dgm:presLayoutVars>
          <dgm:bulletEnabled val="1"/>
        </dgm:presLayoutVars>
      </dgm:prSet>
      <dgm:spPr/>
    </dgm:pt>
    <dgm:pt modelId="{9C51E25C-22A0-4769-9FE5-DB74071483EC}" type="pres">
      <dgm:prSet presAssocID="{E878D90E-7AA9-4305-B179-D1E635CF8CE8}" presName="sibTrans" presStyleCnt="0"/>
      <dgm:spPr/>
    </dgm:pt>
    <dgm:pt modelId="{0FF39C46-D259-44F0-B118-1BB2ECE32C92}" type="pres">
      <dgm:prSet presAssocID="{ACD18C67-586D-4D27-A1E7-A96E9906E219}" presName="compositeNode" presStyleCnt="0">
        <dgm:presLayoutVars>
          <dgm:bulletEnabled val="1"/>
        </dgm:presLayoutVars>
      </dgm:prSet>
      <dgm:spPr/>
    </dgm:pt>
    <dgm:pt modelId="{0482E0D8-2A66-4654-A2B2-8690C786F154}" type="pres">
      <dgm:prSet presAssocID="{ACD18C67-586D-4D27-A1E7-A96E9906E219}" presName="bgRect" presStyleLbl="alignNode1" presStyleIdx="1" presStyleCnt="6"/>
      <dgm:spPr/>
    </dgm:pt>
    <dgm:pt modelId="{14B96A2C-FBE4-4230-82B8-160BA164D844}" type="pres">
      <dgm:prSet presAssocID="{5557E07D-5044-4746-A57E-5C2517936851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9F1C9649-3B79-4276-A304-3E2401D211F5}" type="pres">
      <dgm:prSet presAssocID="{ACD18C67-586D-4D27-A1E7-A96E9906E219}" presName="nodeRect" presStyleLbl="alignNode1" presStyleIdx="1" presStyleCnt="6">
        <dgm:presLayoutVars>
          <dgm:bulletEnabled val="1"/>
        </dgm:presLayoutVars>
      </dgm:prSet>
      <dgm:spPr/>
    </dgm:pt>
    <dgm:pt modelId="{B0C7D20F-84D5-4BB6-B72C-8A03B636644D}" type="pres">
      <dgm:prSet presAssocID="{5557E07D-5044-4746-A57E-5C2517936851}" presName="sibTrans" presStyleCnt="0"/>
      <dgm:spPr/>
    </dgm:pt>
    <dgm:pt modelId="{043764E7-D5F3-4B56-A586-B13C4ECB50B3}" type="pres">
      <dgm:prSet presAssocID="{96217C74-5F64-45AF-92CF-EC0E119B632D}" presName="compositeNode" presStyleCnt="0">
        <dgm:presLayoutVars>
          <dgm:bulletEnabled val="1"/>
        </dgm:presLayoutVars>
      </dgm:prSet>
      <dgm:spPr/>
    </dgm:pt>
    <dgm:pt modelId="{A7D6BF57-4705-444C-8F2F-D08FE3E2323A}" type="pres">
      <dgm:prSet presAssocID="{96217C74-5F64-45AF-92CF-EC0E119B632D}" presName="bgRect" presStyleLbl="alignNode1" presStyleIdx="2" presStyleCnt="6"/>
      <dgm:spPr/>
    </dgm:pt>
    <dgm:pt modelId="{1484BAEE-84F2-409D-9A34-7D5D99673996}" type="pres">
      <dgm:prSet presAssocID="{D4BFE11C-7B23-480C-AA02-F1C579A23AD0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052C40EB-6821-4712-AE35-5DF9A9FD2B91}" type="pres">
      <dgm:prSet presAssocID="{96217C74-5F64-45AF-92CF-EC0E119B632D}" presName="nodeRect" presStyleLbl="alignNode1" presStyleIdx="2" presStyleCnt="6">
        <dgm:presLayoutVars>
          <dgm:bulletEnabled val="1"/>
        </dgm:presLayoutVars>
      </dgm:prSet>
      <dgm:spPr/>
    </dgm:pt>
    <dgm:pt modelId="{901D9724-F3BD-4BDB-98D5-5EFFBBD81CF1}" type="pres">
      <dgm:prSet presAssocID="{D4BFE11C-7B23-480C-AA02-F1C579A23AD0}" presName="sibTrans" presStyleCnt="0"/>
      <dgm:spPr/>
    </dgm:pt>
    <dgm:pt modelId="{0F95E560-CF16-48F9-B287-24C5B3991EB9}" type="pres">
      <dgm:prSet presAssocID="{D3A1167A-9E53-4D4E-BCF4-24B7C836ABC9}" presName="compositeNode" presStyleCnt="0">
        <dgm:presLayoutVars>
          <dgm:bulletEnabled val="1"/>
        </dgm:presLayoutVars>
      </dgm:prSet>
      <dgm:spPr/>
    </dgm:pt>
    <dgm:pt modelId="{606FFC32-0DE8-48B7-B7AB-7E43844401D6}" type="pres">
      <dgm:prSet presAssocID="{D3A1167A-9E53-4D4E-BCF4-24B7C836ABC9}" presName="bgRect" presStyleLbl="alignNode1" presStyleIdx="3" presStyleCnt="6"/>
      <dgm:spPr/>
    </dgm:pt>
    <dgm:pt modelId="{9DC3A731-B7F8-4F31-BB80-1C9FD2C12439}" type="pres">
      <dgm:prSet presAssocID="{97A22274-3D22-4CA0-BEC7-17B74028600E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A4B96C56-F785-4268-8F94-2ED7BDF2C14C}" type="pres">
      <dgm:prSet presAssocID="{D3A1167A-9E53-4D4E-BCF4-24B7C836ABC9}" presName="nodeRect" presStyleLbl="alignNode1" presStyleIdx="3" presStyleCnt="6">
        <dgm:presLayoutVars>
          <dgm:bulletEnabled val="1"/>
        </dgm:presLayoutVars>
      </dgm:prSet>
      <dgm:spPr/>
    </dgm:pt>
    <dgm:pt modelId="{A84A1707-BA95-43C5-BB14-ACFAE6F1FC61}" type="pres">
      <dgm:prSet presAssocID="{97A22274-3D22-4CA0-BEC7-17B74028600E}" presName="sibTrans" presStyleCnt="0"/>
      <dgm:spPr/>
    </dgm:pt>
    <dgm:pt modelId="{33EE153B-0D41-430B-A445-4A10D30237D7}" type="pres">
      <dgm:prSet presAssocID="{BD490C82-AFB7-42AB-A284-D44BC4907175}" presName="compositeNode" presStyleCnt="0">
        <dgm:presLayoutVars>
          <dgm:bulletEnabled val="1"/>
        </dgm:presLayoutVars>
      </dgm:prSet>
      <dgm:spPr/>
    </dgm:pt>
    <dgm:pt modelId="{0F10AC39-3C46-41E9-A3DF-3A4DEF05A5C0}" type="pres">
      <dgm:prSet presAssocID="{BD490C82-AFB7-42AB-A284-D44BC4907175}" presName="bgRect" presStyleLbl="alignNode1" presStyleIdx="4" presStyleCnt="6"/>
      <dgm:spPr/>
    </dgm:pt>
    <dgm:pt modelId="{6FEC26E2-3AB5-4F5C-8059-6485E7F2E051}" type="pres">
      <dgm:prSet presAssocID="{14C58C3A-7109-4EEE-9B7D-863838E1801F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DAAE73B8-D6B3-4D77-B157-70FD2C11895F}" type="pres">
      <dgm:prSet presAssocID="{BD490C82-AFB7-42AB-A284-D44BC4907175}" presName="nodeRect" presStyleLbl="alignNode1" presStyleIdx="4" presStyleCnt="6">
        <dgm:presLayoutVars>
          <dgm:bulletEnabled val="1"/>
        </dgm:presLayoutVars>
      </dgm:prSet>
      <dgm:spPr/>
    </dgm:pt>
    <dgm:pt modelId="{5A198E36-D9B0-4CC9-B2A1-BE9745DECA00}" type="pres">
      <dgm:prSet presAssocID="{14C58C3A-7109-4EEE-9B7D-863838E1801F}" presName="sibTrans" presStyleCnt="0"/>
      <dgm:spPr/>
    </dgm:pt>
    <dgm:pt modelId="{32000C48-CAA8-4028-8312-144EE8D270AB}" type="pres">
      <dgm:prSet presAssocID="{8663757D-5430-47A7-86F8-012DCD5CA533}" presName="compositeNode" presStyleCnt="0">
        <dgm:presLayoutVars>
          <dgm:bulletEnabled val="1"/>
        </dgm:presLayoutVars>
      </dgm:prSet>
      <dgm:spPr/>
    </dgm:pt>
    <dgm:pt modelId="{CF68DCC0-5F3F-4B9E-BEFA-704B4569FF47}" type="pres">
      <dgm:prSet presAssocID="{8663757D-5430-47A7-86F8-012DCD5CA533}" presName="bgRect" presStyleLbl="alignNode1" presStyleIdx="5" presStyleCnt="6"/>
      <dgm:spPr/>
    </dgm:pt>
    <dgm:pt modelId="{A1746BA5-A748-4A42-9488-7BFBD9E1AF48}" type="pres">
      <dgm:prSet presAssocID="{6A373223-32A1-4381-B181-95F522746E3B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22B81AAD-7D49-49D9-AA8A-F89D18330E3A}" type="pres">
      <dgm:prSet presAssocID="{8663757D-5430-47A7-86F8-012DCD5CA533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F4A18905-405F-49AF-A6FE-B63F8C3A4460}" srcId="{7E124182-F3D0-477C-B4DD-19DF6BA2BF7C}" destId="{BD490C82-AFB7-42AB-A284-D44BC4907175}" srcOrd="4" destOrd="0" parTransId="{22C7A893-D508-449A-94D2-59A04F97CC45}" sibTransId="{14C58C3A-7109-4EEE-9B7D-863838E1801F}"/>
    <dgm:cxn modelId="{27DD560F-C00F-46FC-9DC6-9B69E05C77BF}" type="presOf" srcId="{8663757D-5430-47A7-86F8-012DCD5CA533}" destId="{CF68DCC0-5F3F-4B9E-BEFA-704B4569FF47}" srcOrd="0" destOrd="0" presId="urn:microsoft.com/office/officeart/2016/7/layout/LinearBlockProcessNumbered"/>
    <dgm:cxn modelId="{26629D10-4C3C-442B-9770-1185A29DE32D}" type="presOf" srcId="{BD490C82-AFB7-42AB-A284-D44BC4907175}" destId="{DAAE73B8-D6B3-4D77-B157-70FD2C11895F}" srcOrd="1" destOrd="0" presId="urn:microsoft.com/office/officeart/2016/7/layout/LinearBlockProcessNumbered"/>
    <dgm:cxn modelId="{CACDF620-7962-42E1-96D9-2FB0B3A30202}" type="presOf" srcId="{14C58C3A-7109-4EEE-9B7D-863838E1801F}" destId="{6FEC26E2-3AB5-4F5C-8059-6485E7F2E051}" srcOrd="0" destOrd="0" presId="urn:microsoft.com/office/officeart/2016/7/layout/LinearBlockProcessNumbered"/>
    <dgm:cxn modelId="{C6F3B023-789E-419D-AE5D-206F9638ACC2}" type="presOf" srcId="{96217C74-5F64-45AF-92CF-EC0E119B632D}" destId="{052C40EB-6821-4712-AE35-5DF9A9FD2B91}" srcOrd="1" destOrd="0" presId="urn:microsoft.com/office/officeart/2016/7/layout/LinearBlockProcessNumbered"/>
    <dgm:cxn modelId="{625AE636-B3A6-4A19-8196-848BF4623D55}" type="presOf" srcId="{BD490C82-AFB7-42AB-A284-D44BC4907175}" destId="{0F10AC39-3C46-41E9-A3DF-3A4DEF05A5C0}" srcOrd="0" destOrd="0" presId="urn:microsoft.com/office/officeart/2016/7/layout/LinearBlockProcessNumbered"/>
    <dgm:cxn modelId="{EC7DDC5B-80FB-4987-A607-370C81789ED6}" type="presOf" srcId="{D3A1167A-9E53-4D4E-BCF4-24B7C836ABC9}" destId="{A4B96C56-F785-4268-8F94-2ED7BDF2C14C}" srcOrd="1" destOrd="0" presId="urn:microsoft.com/office/officeart/2016/7/layout/LinearBlockProcessNumbered"/>
    <dgm:cxn modelId="{329B4A5D-7E6D-42A2-BEAE-DA3F41B0E78F}" type="presOf" srcId="{8559F020-8F5F-46F6-AB0E-07E9487F745E}" destId="{DEA82940-EFC9-46E4-B215-617112D67FE4}" srcOrd="0" destOrd="0" presId="urn:microsoft.com/office/officeart/2016/7/layout/LinearBlockProcessNumbered"/>
    <dgm:cxn modelId="{23116567-F5DE-411C-87E9-B7C73167A3C6}" type="presOf" srcId="{97A22274-3D22-4CA0-BEC7-17B74028600E}" destId="{9DC3A731-B7F8-4F31-BB80-1C9FD2C12439}" srcOrd="0" destOrd="0" presId="urn:microsoft.com/office/officeart/2016/7/layout/LinearBlockProcessNumbered"/>
    <dgm:cxn modelId="{FEEF8648-6C0A-4EA8-B463-4188E051A344}" srcId="{7E124182-F3D0-477C-B4DD-19DF6BA2BF7C}" destId="{D3A1167A-9E53-4D4E-BCF4-24B7C836ABC9}" srcOrd="3" destOrd="0" parTransId="{E7B4FDE5-414F-4455-9A2C-D69D2D3B312F}" sibTransId="{97A22274-3D22-4CA0-BEC7-17B74028600E}"/>
    <dgm:cxn modelId="{F3B4796A-0B6F-4D6C-86EA-634BA949219F}" type="presOf" srcId="{ACD18C67-586D-4D27-A1E7-A96E9906E219}" destId="{0482E0D8-2A66-4654-A2B2-8690C786F154}" srcOrd="0" destOrd="0" presId="urn:microsoft.com/office/officeart/2016/7/layout/LinearBlockProcessNumbered"/>
    <dgm:cxn modelId="{DF793673-A6A6-41DB-9F72-BFDC34C5E316}" type="presOf" srcId="{D3A1167A-9E53-4D4E-BCF4-24B7C836ABC9}" destId="{606FFC32-0DE8-48B7-B7AB-7E43844401D6}" srcOrd="0" destOrd="0" presId="urn:microsoft.com/office/officeart/2016/7/layout/LinearBlockProcessNumbered"/>
    <dgm:cxn modelId="{E3896E77-2B0A-491F-BC17-D55ACDA30D2B}" type="presOf" srcId="{6A373223-32A1-4381-B181-95F522746E3B}" destId="{A1746BA5-A748-4A42-9488-7BFBD9E1AF48}" srcOrd="0" destOrd="0" presId="urn:microsoft.com/office/officeart/2016/7/layout/LinearBlockProcessNumbered"/>
    <dgm:cxn modelId="{B6A4627B-A479-413B-A6F3-0F607D504964}" type="presOf" srcId="{8663757D-5430-47A7-86F8-012DCD5CA533}" destId="{22B81AAD-7D49-49D9-AA8A-F89D18330E3A}" srcOrd="1" destOrd="0" presId="urn:microsoft.com/office/officeart/2016/7/layout/LinearBlockProcessNumbered"/>
    <dgm:cxn modelId="{B591D681-529A-47AF-9B16-8925497FAF72}" type="presOf" srcId="{5557E07D-5044-4746-A57E-5C2517936851}" destId="{14B96A2C-FBE4-4230-82B8-160BA164D844}" srcOrd="0" destOrd="0" presId="urn:microsoft.com/office/officeart/2016/7/layout/LinearBlockProcessNumbered"/>
    <dgm:cxn modelId="{5CB98B8F-9886-4A28-9DA4-35EA914604B4}" srcId="{7E124182-F3D0-477C-B4DD-19DF6BA2BF7C}" destId="{96217C74-5F64-45AF-92CF-EC0E119B632D}" srcOrd="2" destOrd="0" parTransId="{06FB67BC-C676-4838-A3E4-DF72D26DF334}" sibTransId="{D4BFE11C-7B23-480C-AA02-F1C579A23AD0}"/>
    <dgm:cxn modelId="{2C15C4B4-FF71-4E4F-807D-A8DDC3FDD101}" type="presOf" srcId="{ACD18C67-586D-4D27-A1E7-A96E9906E219}" destId="{9F1C9649-3B79-4276-A304-3E2401D211F5}" srcOrd="1" destOrd="0" presId="urn:microsoft.com/office/officeart/2016/7/layout/LinearBlockProcessNumbered"/>
    <dgm:cxn modelId="{DC6A66B8-8B08-4368-8C8E-77C1DDED7695}" srcId="{7E124182-F3D0-477C-B4DD-19DF6BA2BF7C}" destId="{8559F020-8F5F-46F6-AB0E-07E9487F745E}" srcOrd="0" destOrd="0" parTransId="{F3424E1B-031F-4F4D-80B4-E9FE6E13769A}" sibTransId="{E878D90E-7AA9-4305-B179-D1E635CF8CE8}"/>
    <dgm:cxn modelId="{44150EC6-B5F9-4244-B363-C7DA6CAAE404}" type="presOf" srcId="{8559F020-8F5F-46F6-AB0E-07E9487F745E}" destId="{95F0E34D-D595-4CF7-907F-F6B4D044BB25}" srcOrd="1" destOrd="0" presId="urn:microsoft.com/office/officeart/2016/7/layout/LinearBlockProcessNumbered"/>
    <dgm:cxn modelId="{A6F160CB-8C0E-4214-9812-9D52D482CDB8}" type="presOf" srcId="{D4BFE11C-7B23-480C-AA02-F1C579A23AD0}" destId="{1484BAEE-84F2-409D-9A34-7D5D99673996}" srcOrd="0" destOrd="0" presId="urn:microsoft.com/office/officeart/2016/7/layout/LinearBlockProcessNumbered"/>
    <dgm:cxn modelId="{410F7FD7-D81C-4FEC-A6E6-3D454EB3EC39}" type="presOf" srcId="{E878D90E-7AA9-4305-B179-D1E635CF8CE8}" destId="{0C38CFEF-A06B-4FB9-9953-E1B1A68227C0}" srcOrd="0" destOrd="0" presId="urn:microsoft.com/office/officeart/2016/7/layout/LinearBlockProcessNumbered"/>
    <dgm:cxn modelId="{4246D9E0-37D0-4518-BE98-92CB702CB3F9}" srcId="{7E124182-F3D0-477C-B4DD-19DF6BA2BF7C}" destId="{8663757D-5430-47A7-86F8-012DCD5CA533}" srcOrd="5" destOrd="0" parTransId="{AD20DCD4-114E-4D83-A607-02731398804C}" sibTransId="{6A373223-32A1-4381-B181-95F522746E3B}"/>
    <dgm:cxn modelId="{5F19F1E3-4ACE-4988-84CD-C2BD5B8A32FD}" type="presOf" srcId="{7E124182-F3D0-477C-B4DD-19DF6BA2BF7C}" destId="{161957D8-5844-4ABC-9D52-30677BB83B5F}" srcOrd="0" destOrd="0" presId="urn:microsoft.com/office/officeart/2016/7/layout/LinearBlockProcessNumbered"/>
    <dgm:cxn modelId="{6553E1E8-86E0-4263-9E5C-E8245596CB57}" type="presOf" srcId="{96217C74-5F64-45AF-92CF-EC0E119B632D}" destId="{A7D6BF57-4705-444C-8F2F-D08FE3E2323A}" srcOrd="0" destOrd="0" presId="urn:microsoft.com/office/officeart/2016/7/layout/LinearBlockProcessNumbered"/>
    <dgm:cxn modelId="{2E3950F9-6E79-4D8F-BCBB-83EDD991DAFC}" srcId="{7E124182-F3D0-477C-B4DD-19DF6BA2BF7C}" destId="{ACD18C67-586D-4D27-A1E7-A96E9906E219}" srcOrd="1" destOrd="0" parTransId="{B9D96897-6C29-4412-AD55-49BFF9B19C05}" sibTransId="{5557E07D-5044-4746-A57E-5C2517936851}"/>
    <dgm:cxn modelId="{75C52108-4D9F-44ED-97F7-B381605669CB}" type="presParOf" srcId="{161957D8-5844-4ABC-9D52-30677BB83B5F}" destId="{7298B7C6-1EBF-4F97-9ACF-2353C3CB2932}" srcOrd="0" destOrd="0" presId="urn:microsoft.com/office/officeart/2016/7/layout/LinearBlockProcessNumbered"/>
    <dgm:cxn modelId="{60C43481-7471-4B14-A1A2-EB45CEB6346A}" type="presParOf" srcId="{7298B7C6-1EBF-4F97-9ACF-2353C3CB2932}" destId="{DEA82940-EFC9-46E4-B215-617112D67FE4}" srcOrd="0" destOrd="0" presId="urn:microsoft.com/office/officeart/2016/7/layout/LinearBlockProcessNumbered"/>
    <dgm:cxn modelId="{4484397A-4633-4863-8E7E-9F489919E877}" type="presParOf" srcId="{7298B7C6-1EBF-4F97-9ACF-2353C3CB2932}" destId="{0C38CFEF-A06B-4FB9-9953-E1B1A68227C0}" srcOrd="1" destOrd="0" presId="urn:microsoft.com/office/officeart/2016/7/layout/LinearBlockProcessNumbered"/>
    <dgm:cxn modelId="{61DE23D2-E327-4CFB-8BC7-4637904DDF0A}" type="presParOf" srcId="{7298B7C6-1EBF-4F97-9ACF-2353C3CB2932}" destId="{95F0E34D-D595-4CF7-907F-F6B4D044BB25}" srcOrd="2" destOrd="0" presId="urn:microsoft.com/office/officeart/2016/7/layout/LinearBlockProcessNumbered"/>
    <dgm:cxn modelId="{93070385-593E-450B-AEE7-19F6DD260143}" type="presParOf" srcId="{161957D8-5844-4ABC-9D52-30677BB83B5F}" destId="{9C51E25C-22A0-4769-9FE5-DB74071483EC}" srcOrd="1" destOrd="0" presId="urn:microsoft.com/office/officeart/2016/7/layout/LinearBlockProcessNumbered"/>
    <dgm:cxn modelId="{83482FF4-AC8C-49DC-A4F6-BA5E28BB71A0}" type="presParOf" srcId="{161957D8-5844-4ABC-9D52-30677BB83B5F}" destId="{0FF39C46-D259-44F0-B118-1BB2ECE32C92}" srcOrd="2" destOrd="0" presId="urn:microsoft.com/office/officeart/2016/7/layout/LinearBlockProcessNumbered"/>
    <dgm:cxn modelId="{F9CA138B-4424-4E7A-88CF-23B464D93EAC}" type="presParOf" srcId="{0FF39C46-D259-44F0-B118-1BB2ECE32C92}" destId="{0482E0D8-2A66-4654-A2B2-8690C786F154}" srcOrd="0" destOrd="0" presId="urn:microsoft.com/office/officeart/2016/7/layout/LinearBlockProcessNumbered"/>
    <dgm:cxn modelId="{FCE6AA06-DE37-4EF3-AEB1-799288CF1A3E}" type="presParOf" srcId="{0FF39C46-D259-44F0-B118-1BB2ECE32C92}" destId="{14B96A2C-FBE4-4230-82B8-160BA164D844}" srcOrd="1" destOrd="0" presId="urn:microsoft.com/office/officeart/2016/7/layout/LinearBlockProcessNumbered"/>
    <dgm:cxn modelId="{275ADFC0-F2A9-4CAE-A036-546068CF9474}" type="presParOf" srcId="{0FF39C46-D259-44F0-B118-1BB2ECE32C92}" destId="{9F1C9649-3B79-4276-A304-3E2401D211F5}" srcOrd="2" destOrd="0" presId="urn:microsoft.com/office/officeart/2016/7/layout/LinearBlockProcessNumbered"/>
    <dgm:cxn modelId="{DED2EABE-A6D2-4D8D-B867-C1D95EE27293}" type="presParOf" srcId="{161957D8-5844-4ABC-9D52-30677BB83B5F}" destId="{B0C7D20F-84D5-4BB6-B72C-8A03B636644D}" srcOrd="3" destOrd="0" presId="urn:microsoft.com/office/officeart/2016/7/layout/LinearBlockProcessNumbered"/>
    <dgm:cxn modelId="{7B944B25-D1A2-41BC-9BAD-2C72E32E16B0}" type="presParOf" srcId="{161957D8-5844-4ABC-9D52-30677BB83B5F}" destId="{043764E7-D5F3-4B56-A586-B13C4ECB50B3}" srcOrd="4" destOrd="0" presId="urn:microsoft.com/office/officeart/2016/7/layout/LinearBlockProcessNumbered"/>
    <dgm:cxn modelId="{D5A02194-2A4C-457F-B598-56FB11667B6A}" type="presParOf" srcId="{043764E7-D5F3-4B56-A586-B13C4ECB50B3}" destId="{A7D6BF57-4705-444C-8F2F-D08FE3E2323A}" srcOrd="0" destOrd="0" presId="urn:microsoft.com/office/officeart/2016/7/layout/LinearBlockProcessNumbered"/>
    <dgm:cxn modelId="{B3A747FA-968E-4B06-A943-04A3591C0906}" type="presParOf" srcId="{043764E7-D5F3-4B56-A586-B13C4ECB50B3}" destId="{1484BAEE-84F2-409D-9A34-7D5D99673996}" srcOrd="1" destOrd="0" presId="urn:microsoft.com/office/officeart/2016/7/layout/LinearBlockProcessNumbered"/>
    <dgm:cxn modelId="{2B9A2780-C825-41AB-A250-5D67A1C95A06}" type="presParOf" srcId="{043764E7-D5F3-4B56-A586-B13C4ECB50B3}" destId="{052C40EB-6821-4712-AE35-5DF9A9FD2B91}" srcOrd="2" destOrd="0" presId="urn:microsoft.com/office/officeart/2016/7/layout/LinearBlockProcessNumbered"/>
    <dgm:cxn modelId="{159F1863-7247-45FC-9B47-133921050C84}" type="presParOf" srcId="{161957D8-5844-4ABC-9D52-30677BB83B5F}" destId="{901D9724-F3BD-4BDB-98D5-5EFFBBD81CF1}" srcOrd="5" destOrd="0" presId="urn:microsoft.com/office/officeart/2016/7/layout/LinearBlockProcessNumbered"/>
    <dgm:cxn modelId="{6A46B539-FF76-4D3E-A8B6-FC13F69ADFF4}" type="presParOf" srcId="{161957D8-5844-4ABC-9D52-30677BB83B5F}" destId="{0F95E560-CF16-48F9-B287-24C5B3991EB9}" srcOrd="6" destOrd="0" presId="urn:microsoft.com/office/officeart/2016/7/layout/LinearBlockProcessNumbered"/>
    <dgm:cxn modelId="{2A09D76A-5DD5-4F0A-9F46-8A50573F692E}" type="presParOf" srcId="{0F95E560-CF16-48F9-B287-24C5B3991EB9}" destId="{606FFC32-0DE8-48B7-B7AB-7E43844401D6}" srcOrd="0" destOrd="0" presId="urn:microsoft.com/office/officeart/2016/7/layout/LinearBlockProcessNumbered"/>
    <dgm:cxn modelId="{E3031267-11C1-4EA7-92E6-92A9015C1533}" type="presParOf" srcId="{0F95E560-CF16-48F9-B287-24C5B3991EB9}" destId="{9DC3A731-B7F8-4F31-BB80-1C9FD2C12439}" srcOrd="1" destOrd="0" presId="urn:microsoft.com/office/officeart/2016/7/layout/LinearBlockProcessNumbered"/>
    <dgm:cxn modelId="{26A3A0DB-A219-49C8-9A71-7F44C74A784C}" type="presParOf" srcId="{0F95E560-CF16-48F9-B287-24C5B3991EB9}" destId="{A4B96C56-F785-4268-8F94-2ED7BDF2C14C}" srcOrd="2" destOrd="0" presId="urn:microsoft.com/office/officeart/2016/7/layout/LinearBlockProcessNumbered"/>
    <dgm:cxn modelId="{14145888-8544-4629-8047-79E72358CA91}" type="presParOf" srcId="{161957D8-5844-4ABC-9D52-30677BB83B5F}" destId="{A84A1707-BA95-43C5-BB14-ACFAE6F1FC61}" srcOrd="7" destOrd="0" presId="urn:microsoft.com/office/officeart/2016/7/layout/LinearBlockProcessNumbered"/>
    <dgm:cxn modelId="{DDB5AFD0-4BFC-4A43-9862-75CA9A858110}" type="presParOf" srcId="{161957D8-5844-4ABC-9D52-30677BB83B5F}" destId="{33EE153B-0D41-430B-A445-4A10D30237D7}" srcOrd="8" destOrd="0" presId="urn:microsoft.com/office/officeart/2016/7/layout/LinearBlockProcessNumbered"/>
    <dgm:cxn modelId="{58F5BCB1-862B-4443-A2D7-5A1068A7390A}" type="presParOf" srcId="{33EE153B-0D41-430B-A445-4A10D30237D7}" destId="{0F10AC39-3C46-41E9-A3DF-3A4DEF05A5C0}" srcOrd="0" destOrd="0" presId="urn:microsoft.com/office/officeart/2016/7/layout/LinearBlockProcessNumbered"/>
    <dgm:cxn modelId="{0FEDFD8D-B0CA-4C36-94C7-581CDFD31F0E}" type="presParOf" srcId="{33EE153B-0D41-430B-A445-4A10D30237D7}" destId="{6FEC26E2-3AB5-4F5C-8059-6485E7F2E051}" srcOrd="1" destOrd="0" presId="urn:microsoft.com/office/officeart/2016/7/layout/LinearBlockProcessNumbered"/>
    <dgm:cxn modelId="{703076B2-8897-43F1-8AA1-9AC269F59E07}" type="presParOf" srcId="{33EE153B-0D41-430B-A445-4A10D30237D7}" destId="{DAAE73B8-D6B3-4D77-B157-70FD2C11895F}" srcOrd="2" destOrd="0" presId="urn:microsoft.com/office/officeart/2016/7/layout/LinearBlockProcessNumbered"/>
    <dgm:cxn modelId="{D5EC36C4-DA6D-40A5-BE9F-0BE62098C78E}" type="presParOf" srcId="{161957D8-5844-4ABC-9D52-30677BB83B5F}" destId="{5A198E36-D9B0-4CC9-B2A1-BE9745DECA00}" srcOrd="9" destOrd="0" presId="urn:microsoft.com/office/officeart/2016/7/layout/LinearBlockProcessNumbered"/>
    <dgm:cxn modelId="{72F203E5-98B3-485F-8832-96F18AB3C890}" type="presParOf" srcId="{161957D8-5844-4ABC-9D52-30677BB83B5F}" destId="{32000C48-CAA8-4028-8312-144EE8D270AB}" srcOrd="10" destOrd="0" presId="urn:microsoft.com/office/officeart/2016/7/layout/LinearBlockProcessNumbered"/>
    <dgm:cxn modelId="{78141907-C261-4389-8843-70592F393579}" type="presParOf" srcId="{32000C48-CAA8-4028-8312-144EE8D270AB}" destId="{CF68DCC0-5F3F-4B9E-BEFA-704B4569FF47}" srcOrd="0" destOrd="0" presId="urn:microsoft.com/office/officeart/2016/7/layout/LinearBlockProcessNumbered"/>
    <dgm:cxn modelId="{B816D8FA-BE87-4D20-86C1-FD2D6A814424}" type="presParOf" srcId="{32000C48-CAA8-4028-8312-144EE8D270AB}" destId="{A1746BA5-A748-4A42-9488-7BFBD9E1AF48}" srcOrd="1" destOrd="0" presId="urn:microsoft.com/office/officeart/2016/7/layout/LinearBlockProcessNumbered"/>
    <dgm:cxn modelId="{F012635A-7800-4258-9194-DC657C18A122}" type="presParOf" srcId="{32000C48-CAA8-4028-8312-144EE8D270AB}" destId="{22B81AAD-7D49-49D9-AA8A-F89D18330E3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D8BD2-6534-4F63-A4F2-B38A18A6A8A0}">
      <dsp:nvSpPr>
        <dsp:cNvPr id="0" name=""/>
        <dsp:cNvSpPr/>
      </dsp:nvSpPr>
      <dsp:spPr>
        <a:xfrm>
          <a:off x="0" y="67693"/>
          <a:ext cx="2808359" cy="632382"/>
        </a:xfrm>
        <a:prstGeom prst="roundRect">
          <a:avLst/>
        </a:prstGeom>
        <a:solidFill>
          <a:srgbClr val="07969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Telephone Directory</a:t>
          </a:r>
        </a:p>
      </dsp:txBody>
      <dsp:txXfrm>
        <a:off x="30870" y="98563"/>
        <a:ext cx="2746619" cy="5706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00B7E-A654-4FF4-9CA9-EB1307478D5F}">
      <dsp:nvSpPr>
        <dsp:cNvPr id="0" name=""/>
        <dsp:cNvSpPr/>
      </dsp:nvSpPr>
      <dsp:spPr>
        <a:xfrm>
          <a:off x="0" y="0"/>
          <a:ext cx="4298729" cy="491281"/>
        </a:xfrm>
        <a:prstGeom prst="roundRect">
          <a:avLst/>
        </a:prstGeom>
        <a:solidFill>
          <a:srgbClr val="51A3A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Complaint Management System (CMS)</a:t>
          </a:r>
        </a:p>
      </dsp:txBody>
      <dsp:txXfrm>
        <a:off x="23982" y="23982"/>
        <a:ext cx="4250765" cy="443317"/>
      </dsp:txXfrm>
    </dsp:sp>
    <dsp:sp modelId="{5C943553-8430-4712-893D-5D9920A10461}">
      <dsp:nvSpPr>
        <dsp:cNvPr id="0" name=""/>
        <dsp:cNvSpPr/>
      </dsp:nvSpPr>
      <dsp:spPr>
        <a:xfrm>
          <a:off x="0" y="427992"/>
          <a:ext cx="4298729" cy="471524"/>
        </a:xfrm>
        <a:prstGeom prst="roundRect">
          <a:avLst/>
        </a:prstGeom>
        <a:solidFill>
          <a:srgbClr val="DC354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DS Admin</a:t>
          </a:r>
        </a:p>
      </dsp:txBody>
      <dsp:txXfrm>
        <a:off x="23018" y="451010"/>
        <a:ext cx="4252693" cy="425488"/>
      </dsp:txXfrm>
    </dsp:sp>
    <dsp:sp modelId="{E28F23B7-4241-4AB8-9B9B-A2C47A1A5443}">
      <dsp:nvSpPr>
        <dsp:cNvPr id="0" name=""/>
        <dsp:cNvSpPr/>
      </dsp:nvSpPr>
      <dsp:spPr>
        <a:xfrm>
          <a:off x="0" y="903251"/>
          <a:ext cx="4298729" cy="471524"/>
        </a:xfrm>
        <a:prstGeom prst="roundRect">
          <a:avLst/>
        </a:prstGeom>
        <a:solidFill>
          <a:srgbClr val="FF693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ECP Registration Module (ERM)</a:t>
          </a:r>
        </a:p>
      </dsp:txBody>
      <dsp:txXfrm>
        <a:off x="23018" y="926269"/>
        <a:ext cx="4252693" cy="425488"/>
      </dsp:txXfrm>
    </dsp:sp>
    <dsp:sp modelId="{B03DBCBC-2EE6-47E5-B8F5-BA85F7E55288}">
      <dsp:nvSpPr>
        <dsp:cNvPr id="0" name=""/>
        <dsp:cNvSpPr/>
      </dsp:nvSpPr>
      <dsp:spPr>
        <a:xfrm>
          <a:off x="0" y="1388648"/>
          <a:ext cx="4298729" cy="471524"/>
        </a:xfrm>
        <a:prstGeom prst="roundRect">
          <a:avLst/>
        </a:prstGeom>
        <a:solidFill>
          <a:srgbClr val="BD7E4A"/>
        </a:solidFill>
        <a:ln w="12700" cap="flat" cmpd="sng" algn="ctr">
          <a:solidFill>
            <a:srgbClr val="8969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Establishment</a:t>
          </a:r>
        </a:p>
      </dsp:txBody>
      <dsp:txXfrm>
        <a:off x="23018" y="1411666"/>
        <a:ext cx="4252693" cy="425488"/>
      </dsp:txXfrm>
    </dsp:sp>
    <dsp:sp modelId="{00315D54-4598-4DAA-BCB1-ED8B32316676}">
      <dsp:nvSpPr>
        <dsp:cNvPr id="0" name=""/>
        <dsp:cNvSpPr/>
      </dsp:nvSpPr>
      <dsp:spPr>
        <a:xfrm>
          <a:off x="0" y="1880873"/>
          <a:ext cx="4298729" cy="471524"/>
        </a:xfrm>
        <a:prstGeom prst="roundRect">
          <a:avLst/>
        </a:prstGeom>
        <a:solidFill>
          <a:srgbClr val="D568FB"/>
        </a:solidFill>
        <a:ln w="12700" cap="flat" cmpd="sng" algn="ctr">
          <a:solidFill>
            <a:srgbClr val="8969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Inventory Management System (IMS)</a:t>
          </a:r>
        </a:p>
      </dsp:txBody>
      <dsp:txXfrm>
        <a:off x="23018" y="1903891"/>
        <a:ext cx="4252693" cy="425488"/>
      </dsp:txXfrm>
    </dsp:sp>
    <dsp:sp modelId="{6B694D63-F7F3-4697-A994-467811D529C4}">
      <dsp:nvSpPr>
        <dsp:cNvPr id="0" name=""/>
        <dsp:cNvSpPr/>
      </dsp:nvSpPr>
      <dsp:spPr>
        <a:xfrm>
          <a:off x="0" y="2378954"/>
          <a:ext cx="4298729" cy="471524"/>
        </a:xfrm>
        <a:prstGeom prst="roundRect">
          <a:avLst/>
        </a:prstGeom>
        <a:solidFill>
          <a:srgbClr val="1D976C"/>
        </a:solidFill>
        <a:ln w="12700" cap="flat" cmpd="sng" algn="ctr">
          <a:solidFill>
            <a:srgbClr val="8969F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Human Resource Management System (HRMS)</a:t>
          </a:r>
        </a:p>
      </dsp:txBody>
      <dsp:txXfrm>
        <a:off x="23018" y="2401972"/>
        <a:ext cx="4252693" cy="425488"/>
      </dsp:txXfrm>
    </dsp:sp>
    <dsp:sp modelId="{BC376B3C-853D-48D1-9C38-DF000868FEAA}">
      <dsp:nvSpPr>
        <dsp:cNvPr id="0" name=""/>
        <dsp:cNvSpPr/>
      </dsp:nvSpPr>
      <dsp:spPr>
        <a:xfrm>
          <a:off x="0" y="2870816"/>
          <a:ext cx="4298729" cy="471524"/>
        </a:xfrm>
        <a:prstGeom prst="roundRect">
          <a:avLst/>
        </a:prstGeom>
        <a:solidFill>
          <a:srgbClr val="7C689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Office Record Management System (IORMS) </a:t>
          </a:r>
        </a:p>
      </dsp:txBody>
      <dsp:txXfrm>
        <a:off x="23018" y="2893834"/>
        <a:ext cx="4252693" cy="425488"/>
      </dsp:txXfrm>
    </dsp:sp>
    <dsp:sp modelId="{D98D445F-0BC6-4135-BF0C-938D4E798A26}">
      <dsp:nvSpPr>
        <dsp:cNvPr id="0" name=""/>
        <dsp:cNvSpPr/>
      </dsp:nvSpPr>
      <dsp:spPr>
        <a:xfrm>
          <a:off x="0" y="3363856"/>
          <a:ext cx="4298729" cy="471524"/>
        </a:xfrm>
        <a:prstGeom prst="roundRect">
          <a:avLst/>
        </a:prstGeom>
        <a:solidFill>
          <a:srgbClr val="5BB15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Legal Case Management System (LCMS)</a:t>
          </a:r>
        </a:p>
      </dsp:txBody>
      <dsp:txXfrm>
        <a:off x="23018" y="3386874"/>
        <a:ext cx="4252693" cy="425488"/>
      </dsp:txXfrm>
    </dsp:sp>
    <dsp:sp modelId="{6776230D-2129-4BD3-BA91-37847B595CE6}">
      <dsp:nvSpPr>
        <dsp:cNvPr id="0" name=""/>
        <dsp:cNvSpPr/>
      </dsp:nvSpPr>
      <dsp:spPr>
        <a:xfrm>
          <a:off x="0" y="3856397"/>
          <a:ext cx="4298729" cy="471524"/>
        </a:xfrm>
        <a:prstGeom prst="roundRect">
          <a:avLst/>
        </a:prstGeom>
        <a:solidFill>
          <a:srgbClr val="0090D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Management System (LMS)</a:t>
          </a:r>
        </a:p>
      </dsp:txBody>
      <dsp:txXfrm>
        <a:off x="23018" y="3879415"/>
        <a:ext cx="4252693" cy="425488"/>
      </dsp:txXfrm>
    </dsp:sp>
    <dsp:sp modelId="{3ED2AD3E-FCF9-4079-ADB3-3164D9D428E4}">
      <dsp:nvSpPr>
        <dsp:cNvPr id="0" name=""/>
        <dsp:cNvSpPr/>
      </dsp:nvSpPr>
      <dsp:spPr>
        <a:xfrm>
          <a:off x="0" y="4343011"/>
          <a:ext cx="4298729" cy="471524"/>
        </a:xfrm>
        <a:prstGeom prst="roundRect">
          <a:avLst/>
        </a:prstGeom>
        <a:solidFill>
          <a:srgbClr val="0090D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Monitoring &amp; Reporting System (MRS)</a:t>
          </a:r>
        </a:p>
      </dsp:txBody>
      <dsp:txXfrm>
        <a:off x="23018" y="4366029"/>
        <a:ext cx="4252693" cy="425488"/>
      </dsp:txXfrm>
    </dsp:sp>
    <dsp:sp modelId="{1AFCE7D6-1B9F-4520-91B7-F740D6089D1F}">
      <dsp:nvSpPr>
        <dsp:cNvPr id="0" name=""/>
        <dsp:cNvSpPr/>
      </dsp:nvSpPr>
      <dsp:spPr>
        <a:xfrm>
          <a:off x="0" y="4828804"/>
          <a:ext cx="4298729" cy="471524"/>
        </a:xfrm>
        <a:prstGeom prst="roundRect">
          <a:avLst/>
        </a:prstGeom>
        <a:solidFill>
          <a:srgbClr val="F5603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Online Recruiting System (ORS)</a:t>
          </a:r>
        </a:p>
      </dsp:txBody>
      <dsp:txXfrm>
        <a:off x="23018" y="4851822"/>
        <a:ext cx="4252693" cy="425488"/>
      </dsp:txXfrm>
    </dsp:sp>
    <dsp:sp modelId="{59832355-830C-420C-A013-7C6650D80DAA}">
      <dsp:nvSpPr>
        <dsp:cNvPr id="0" name=""/>
        <dsp:cNvSpPr/>
      </dsp:nvSpPr>
      <dsp:spPr>
        <a:xfrm>
          <a:off x="0" y="5311108"/>
          <a:ext cx="4298729" cy="471524"/>
        </a:xfrm>
        <a:prstGeom prst="roundRect">
          <a:avLst/>
        </a:prstGeom>
        <a:solidFill>
          <a:srgbClr val="3D66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 Information Management System (TIMS) </a:t>
          </a:r>
        </a:p>
      </dsp:txBody>
      <dsp:txXfrm>
        <a:off x="23018" y="5334126"/>
        <a:ext cx="4252693" cy="4254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D8BD2-6534-4F63-A4F2-B38A18A6A8A0}">
      <dsp:nvSpPr>
        <dsp:cNvPr id="0" name=""/>
        <dsp:cNvSpPr/>
      </dsp:nvSpPr>
      <dsp:spPr>
        <a:xfrm>
          <a:off x="30776" y="2816"/>
          <a:ext cx="2808359" cy="601448"/>
        </a:xfrm>
        <a:prstGeom prst="roundRect">
          <a:avLst/>
        </a:prstGeom>
        <a:solidFill>
          <a:srgbClr val="07969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Scheduler</a:t>
          </a:r>
        </a:p>
      </dsp:txBody>
      <dsp:txXfrm>
        <a:off x="60136" y="32176"/>
        <a:ext cx="2749639" cy="5427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779E6-6E0F-4315-ADCF-075C0ADE27A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A4DF3-D2B5-4642-88BE-86A42039371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F965C-2F0A-43B4-A478-5C14AE78A37B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Tender management (Tender, Patty-Purchase)</a:t>
          </a:r>
        </a:p>
      </dsp:txBody>
      <dsp:txXfrm>
        <a:off x="1844034" y="682"/>
        <a:ext cx="4401230" cy="1596566"/>
      </dsp:txXfrm>
    </dsp:sp>
    <dsp:sp modelId="{D8F686CD-1765-4FA3-BDEE-451FB75A579E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37931-6B39-4B90-95C5-01F9BAD62F8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B0B1B-EB9F-4BFE-8E56-2F8E56714222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Vendor evaluation and bidding</a:t>
          </a:r>
        </a:p>
      </dsp:txBody>
      <dsp:txXfrm>
        <a:off x="1844034" y="1996390"/>
        <a:ext cx="4401230" cy="1596566"/>
      </dsp:txXfrm>
    </dsp:sp>
    <dsp:sp modelId="{2B373A4C-CE26-43A5-A94E-862FAF4E1AD7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BFE11-6A3D-4135-BDEF-B0D9E9E35BF5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731C2-4974-427B-9E46-910B1BDB5681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Purchase order creation and tracking</a:t>
          </a:r>
        </a:p>
      </dsp:txBody>
      <dsp:txXfrm>
        <a:off x="1844034" y="3992098"/>
        <a:ext cx="4401230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779E6-6E0F-4315-ADCF-075C0ADE27A2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A4DF3-D2B5-4642-88BE-86A42039371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F965C-2F0A-43B4-A478-5C14AE78A37B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Request generation from authorized Official/Officials</a:t>
          </a:r>
        </a:p>
      </dsp:txBody>
      <dsp:txXfrm>
        <a:off x="1357965" y="2319"/>
        <a:ext cx="4887299" cy="1175727"/>
      </dsp:txXfrm>
    </dsp:sp>
    <dsp:sp modelId="{CF6CEC6B-B4A6-4C30-817A-1006A93638A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8AF79-EA83-416D-9D39-0CB739DB528B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03471-3AE5-4A96-B558-DD4B194B7219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3-level approval workflow</a:t>
          </a:r>
        </a:p>
      </dsp:txBody>
      <dsp:txXfrm>
        <a:off x="1357965" y="1471979"/>
        <a:ext cx="4887299" cy="1175727"/>
      </dsp:txXfrm>
    </dsp:sp>
    <dsp:sp modelId="{019E6C94-E776-47BA-BCA4-AB154871DD64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0EDF9-1AEE-4F40-9A08-CDB5F767F278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BF741-1631-47FF-9F59-B3C16AFD17D9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Per-item decision making (Approve/Return/Reject)</a:t>
          </a:r>
        </a:p>
      </dsp:txBody>
      <dsp:txXfrm>
        <a:off x="1357965" y="2941639"/>
        <a:ext cx="4887299" cy="1175727"/>
      </dsp:txXfrm>
    </dsp:sp>
    <dsp:sp modelId="{F6752104-017F-4778-9A61-57C7E96C7FBB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56260D-8C0E-4F1B-8178-6698EFFB6AF9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B8E93-AD71-4D84-B10B-EC0846B5494C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Automatic inventory deduction</a:t>
          </a:r>
        </a:p>
      </dsp:txBody>
      <dsp:txXfrm>
        <a:off x="1357965" y="4411299"/>
        <a:ext cx="4887299" cy="11757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779E6-6E0F-4315-ADCF-075C0ADE27A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A4DF3-D2B5-4642-88BE-86A42039371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F965C-2F0A-43B4-A478-5C14AE78A37B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Physical stock verification by storekeepers</a:t>
          </a:r>
        </a:p>
      </dsp:txBody>
      <dsp:txXfrm>
        <a:off x="1844034" y="682"/>
        <a:ext cx="4401230" cy="1596566"/>
      </dsp:txXfrm>
    </dsp:sp>
    <dsp:sp modelId="{675F145D-9710-4F14-9901-0480481CCA4C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8126A-C8F1-4306-BC96-C5CF60D7C49C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0443F-47A3-4D52-B5D0-98F49754E2E0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Verification request assignment</a:t>
          </a:r>
        </a:p>
      </dsp:txBody>
      <dsp:txXfrm>
        <a:off x="1844034" y="1996390"/>
        <a:ext cx="4401230" cy="1596566"/>
      </dsp:txXfrm>
    </dsp:sp>
    <dsp:sp modelId="{4D362849-7A37-44B1-80F4-8182E0F253A9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D7826-80B6-4EDA-BCE1-111BAA905978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3389A-4ADE-479C-B556-511AE2F74701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Reconciliation with system records</a:t>
          </a:r>
        </a:p>
      </dsp:txBody>
      <dsp:txXfrm>
        <a:off x="1844034" y="3992098"/>
        <a:ext cx="4401230" cy="15965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779E6-6E0F-4315-ADCF-075C0ADE27A2}">
      <dsp:nvSpPr>
        <dsp:cNvPr id="0" name=""/>
        <dsp:cNvSpPr/>
      </dsp:nvSpPr>
      <dsp:spPr>
        <a:xfrm>
          <a:off x="0" y="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A4DF3-D2B5-4642-88BE-86A42039371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F965C-2F0A-43B4-A478-5C14AE78A37B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Admin Store (Central warehouse)</a:t>
          </a:r>
        </a:p>
      </dsp:txBody>
      <dsp:txXfrm>
        <a:off x="1844034" y="682"/>
        <a:ext cx="4401230" cy="1596566"/>
      </dsp:txXfrm>
    </dsp:sp>
    <dsp:sp modelId="{CC151050-09BD-4C6B-9F9F-9647DB94BC06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E90FB8-B48B-4287-8EA4-4EF968F20DB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681ED-7E16-4390-AF5C-E63EE30EEE5E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Wing Store (Department-level)</a:t>
          </a:r>
        </a:p>
      </dsp:txBody>
      <dsp:txXfrm>
        <a:off x="1844034" y="1996390"/>
        <a:ext cx="4401230" cy="1596566"/>
      </dsp:txXfrm>
    </dsp:sp>
    <dsp:sp modelId="{AA92648F-FC8C-4D16-99A6-28232B9780F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5A7E0-0124-4081-9E8D-A10BE628CF8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1F2CE-6675-4244-8AC9-0E47928DBB11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Personal Store (User-allocated items)</a:t>
          </a:r>
        </a:p>
      </dsp:txBody>
      <dsp:txXfrm>
        <a:off x="1844034" y="3992098"/>
        <a:ext cx="4401230" cy="15965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82940-EFC9-46E4-B215-617112D67FE4}">
      <dsp:nvSpPr>
        <dsp:cNvPr id="0" name=""/>
        <dsp:cNvSpPr/>
      </dsp:nvSpPr>
      <dsp:spPr>
        <a:xfrm>
          <a:off x="0" y="631972"/>
          <a:ext cx="1621631" cy="19459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Request</a:t>
          </a:r>
        </a:p>
      </dsp:txBody>
      <dsp:txXfrm>
        <a:off x="0" y="1410355"/>
        <a:ext cx="1621631" cy="1167574"/>
      </dsp:txXfrm>
    </dsp:sp>
    <dsp:sp modelId="{0C38CFEF-A06B-4FB9-9953-E1B1A68227C0}">
      <dsp:nvSpPr>
        <dsp:cNvPr id="0" name=""/>
        <dsp:cNvSpPr/>
      </dsp:nvSpPr>
      <dsp:spPr>
        <a:xfrm>
          <a:off x="0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0" y="631972"/>
        <a:ext cx="1621631" cy="778383"/>
      </dsp:txXfrm>
    </dsp:sp>
    <dsp:sp modelId="{0482E0D8-2A66-4654-A2B2-8690C786F154}">
      <dsp:nvSpPr>
        <dsp:cNvPr id="0" name=""/>
        <dsp:cNvSpPr/>
      </dsp:nvSpPr>
      <dsp:spPr>
        <a:xfrm>
          <a:off x="1751361" y="631972"/>
          <a:ext cx="1621631" cy="1945957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Tender</a:t>
          </a:r>
        </a:p>
      </dsp:txBody>
      <dsp:txXfrm>
        <a:off x="1751361" y="1410355"/>
        <a:ext cx="1621631" cy="1167574"/>
      </dsp:txXfrm>
    </dsp:sp>
    <dsp:sp modelId="{14B96A2C-FBE4-4230-82B8-160BA164D844}">
      <dsp:nvSpPr>
        <dsp:cNvPr id="0" name=""/>
        <dsp:cNvSpPr/>
      </dsp:nvSpPr>
      <dsp:spPr>
        <a:xfrm>
          <a:off x="1751361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51361" y="631972"/>
        <a:ext cx="1621631" cy="778383"/>
      </dsp:txXfrm>
    </dsp:sp>
    <dsp:sp modelId="{A7D6BF57-4705-444C-8F2F-D08FE3E2323A}">
      <dsp:nvSpPr>
        <dsp:cNvPr id="0" name=""/>
        <dsp:cNvSpPr/>
      </dsp:nvSpPr>
      <dsp:spPr>
        <a:xfrm>
          <a:off x="3502723" y="631972"/>
          <a:ext cx="1621631" cy="1945957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Vendor Bids </a:t>
          </a:r>
        </a:p>
      </dsp:txBody>
      <dsp:txXfrm>
        <a:off x="3502723" y="1410355"/>
        <a:ext cx="1621631" cy="1167574"/>
      </dsp:txXfrm>
    </dsp:sp>
    <dsp:sp modelId="{1484BAEE-84F2-409D-9A34-7D5D99673996}">
      <dsp:nvSpPr>
        <dsp:cNvPr id="0" name=""/>
        <dsp:cNvSpPr/>
      </dsp:nvSpPr>
      <dsp:spPr>
        <a:xfrm>
          <a:off x="3502723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02723" y="631972"/>
        <a:ext cx="1621631" cy="778383"/>
      </dsp:txXfrm>
    </dsp:sp>
    <dsp:sp modelId="{606FFC32-0DE8-48B7-B7AB-7E43844401D6}">
      <dsp:nvSpPr>
        <dsp:cNvPr id="0" name=""/>
        <dsp:cNvSpPr/>
      </dsp:nvSpPr>
      <dsp:spPr>
        <a:xfrm>
          <a:off x="5254085" y="631972"/>
          <a:ext cx="1621631" cy="1945957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Award</a:t>
          </a:r>
          <a:endParaRPr lang="en-US" sz="2100" kern="1200" dirty="0"/>
        </a:p>
      </dsp:txBody>
      <dsp:txXfrm>
        <a:off x="5254085" y="1410355"/>
        <a:ext cx="1621631" cy="1167574"/>
      </dsp:txXfrm>
    </dsp:sp>
    <dsp:sp modelId="{9DC3A731-B7F8-4F31-BB80-1C9FD2C12439}">
      <dsp:nvSpPr>
        <dsp:cNvPr id="0" name=""/>
        <dsp:cNvSpPr/>
      </dsp:nvSpPr>
      <dsp:spPr>
        <a:xfrm>
          <a:off x="5254085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254085" y="631972"/>
        <a:ext cx="1621631" cy="778383"/>
      </dsp:txXfrm>
    </dsp:sp>
    <dsp:sp modelId="{0F10AC39-3C46-41E9-A3DF-3A4DEF05A5C0}">
      <dsp:nvSpPr>
        <dsp:cNvPr id="0" name=""/>
        <dsp:cNvSpPr/>
      </dsp:nvSpPr>
      <dsp:spPr>
        <a:xfrm>
          <a:off x="7005447" y="631972"/>
          <a:ext cx="1621631" cy="1945957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Delivery</a:t>
          </a:r>
          <a:endParaRPr lang="en-US" sz="2100" kern="1200" dirty="0"/>
        </a:p>
      </dsp:txBody>
      <dsp:txXfrm>
        <a:off x="7005447" y="1410355"/>
        <a:ext cx="1621631" cy="1167574"/>
      </dsp:txXfrm>
    </dsp:sp>
    <dsp:sp modelId="{6FEC26E2-3AB5-4F5C-8059-6485E7F2E051}">
      <dsp:nvSpPr>
        <dsp:cNvPr id="0" name=""/>
        <dsp:cNvSpPr/>
      </dsp:nvSpPr>
      <dsp:spPr>
        <a:xfrm>
          <a:off x="7005447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05447" y="631972"/>
        <a:ext cx="1621631" cy="778383"/>
      </dsp:txXfrm>
    </dsp:sp>
    <dsp:sp modelId="{CF68DCC0-5F3F-4B9E-BEFA-704B4569FF47}">
      <dsp:nvSpPr>
        <dsp:cNvPr id="0" name=""/>
        <dsp:cNvSpPr/>
      </dsp:nvSpPr>
      <dsp:spPr>
        <a:xfrm>
          <a:off x="8756808" y="631972"/>
          <a:ext cx="1621631" cy="1945957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Distribution</a:t>
          </a:r>
        </a:p>
      </dsp:txBody>
      <dsp:txXfrm>
        <a:off x="8756808" y="1410355"/>
        <a:ext cx="1621631" cy="1167574"/>
      </dsp:txXfrm>
    </dsp:sp>
    <dsp:sp modelId="{A1746BA5-A748-4A42-9488-7BFBD9E1AF48}">
      <dsp:nvSpPr>
        <dsp:cNvPr id="0" name=""/>
        <dsp:cNvSpPr/>
      </dsp:nvSpPr>
      <dsp:spPr>
        <a:xfrm>
          <a:off x="8756808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06</a:t>
          </a:r>
        </a:p>
      </dsp:txBody>
      <dsp:txXfrm>
        <a:off x="8756808" y="631972"/>
        <a:ext cx="1621631" cy="7783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82940-EFC9-46E4-B215-617112D67FE4}">
      <dsp:nvSpPr>
        <dsp:cNvPr id="0" name=""/>
        <dsp:cNvSpPr/>
      </dsp:nvSpPr>
      <dsp:spPr>
        <a:xfrm>
          <a:off x="0" y="631972"/>
          <a:ext cx="1621631" cy="19459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Request</a:t>
          </a:r>
        </a:p>
      </dsp:txBody>
      <dsp:txXfrm>
        <a:off x="0" y="1410355"/>
        <a:ext cx="1621631" cy="1167574"/>
      </dsp:txXfrm>
    </dsp:sp>
    <dsp:sp modelId="{0C38CFEF-A06B-4FB9-9953-E1B1A68227C0}">
      <dsp:nvSpPr>
        <dsp:cNvPr id="0" name=""/>
        <dsp:cNvSpPr/>
      </dsp:nvSpPr>
      <dsp:spPr>
        <a:xfrm>
          <a:off x="0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0" y="631972"/>
        <a:ext cx="1621631" cy="778383"/>
      </dsp:txXfrm>
    </dsp:sp>
    <dsp:sp modelId="{0482E0D8-2A66-4654-A2B2-8690C786F154}">
      <dsp:nvSpPr>
        <dsp:cNvPr id="0" name=""/>
        <dsp:cNvSpPr/>
      </dsp:nvSpPr>
      <dsp:spPr>
        <a:xfrm>
          <a:off x="1751361" y="631972"/>
          <a:ext cx="1621631" cy="1945957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Tender</a:t>
          </a:r>
        </a:p>
      </dsp:txBody>
      <dsp:txXfrm>
        <a:off x="1751361" y="1410355"/>
        <a:ext cx="1621631" cy="1167574"/>
      </dsp:txXfrm>
    </dsp:sp>
    <dsp:sp modelId="{14B96A2C-FBE4-4230-82B8-160BA164D844}">
      <dsp:nvSpPr>
        <dsp:cNvPr id="0" name=""/>
        <dsp:cNvSpPr/>
      </dsp:nvSpPr>
      <dsp:spPr>
        <a:xfrm>
          <a:off x="1751361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51361" y="631972"/>
        <a:ext cx="1621631" cy="778383"/>
      </dsp:txXfrm>
    </dsp:sp>
    <dsp:sp modelId="{A7D6BF57-4705-444C-8F2F-D08FE3E2323A}">
      <dsp:nvSpPr>
        <dsp:cNvPr id="0" name=""/>
        <dsp:cNvSpPr/>
      </dsp:nvSpPr>
      <dsp:spPr>
        <a:xfrm>
          <a:off x="3502723" y="631972"/>
          <a:ext cx="1621631" cy="1945957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Vendor Bids </a:t>
          </a:r>
        </a:p>
      </dsp:txBody>
      <dsp:txXfrm>
        <a:off x="3502723" y="1410355"/>
        <a:ext cx="1621631" cy="1167574"/>
      </dsp:txXfrm>
    </dsp:sp>
    <dsp:sp modelId="{1484BAEE-84F2-409D-9A34-7D5D99673996}">
      <dsp:nvSpPr>
        <dsp:cNvPr id="0" name=""/>
        <dsp:cNvSpPr/>
      </dsp:nvSpPr>
      <dsp:spPr>
        <a:xfrm>
          <a:off x="3502723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02723" y="631972"/>
        <a:ext cx="1621631" cy="778383"/>
      </dsp:txXfrm>
    </dsp:sp>
    <dsp:sp modelId="{606FFC32-0DE8-48B7-B7AB-7E43844401D6}">
      <dsp:nvSpPr>
        <dsp:cNvPr id="0" name=""/>
        <dsp:cNvSpPr/>
      </dsp:nvSpPr>
      <dsp:spPr>
        <a:xfrm>
          <a:off x="5254085" y="631972"/>
          <a:ext cx="1621631" cy="1945957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Award</a:t>
          </a:r>
          <a:endParaRPr lang="en-US" sz="2100" kern="1200" dirty="0"/>
        </a:p>
      </dsp:txBody>
      <dsp:txXfrm>
        <a:off x="5254085" y="1410355"/>
        <a:ext cx="1621631" cy="1167574"/>
      </dsp:txXfrm>
    </dsp:sp>
    <dsp:sp modelId="{9DC3A731-B7F8-4F31-BB80-1C9FD2C12439}">
      <dsp:nvSpPr>
        <dsp:cNvPr id="0" name=""/>
        <dsp:cNvSpPr/>
      </dsp:nvSpPr>
      <dsp:spPr>
        <a:xfrm>
          <a:off x="5254085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254085" y="631972"/>
        <a:ext cx="1621631" cy="778383"/>
      </dsp:txXfrm>
    </dsp:sp>
    <dsp:sp modelId="{0F10AC39-3C46-41E9-A3DF-3A4DEF05A5C0}">
      <dsp:nvSpPr>
        <dsp:cNvPr id="0" name=""/>
        <dsp:cNvSpPr/>
      </dsp:nvSpPr>
      <dsp:spPr>
        <a:xfrm>
          <a:off x="7005447" y="631972"/>
          <a:ext cx="1621631" cy="1945957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Delivery</a:t>
          </a:r>
          <a:endParaRPr lang="en-US" sz="2100" kern="1200" dirty="0"/>
        </a:p>
      </dsp:txBody>
      <dsp:txXfrm>
        <a:off x="7005447" y="1410355"/>
        <a:ext cx="1621631" cy="1167574"/>
      </dsp:txXfrm>
    </dsp:sp>
    <dsp:sp modelId="{6FEC26E2-3AB5-4F5C-8059-6485E7F2E051}">
      <dsp:nvSpPr>
        <dsp:cNvPr id="0" name=""/>
        <dsp:cNvSpPr/>
      </dsp:nvSpPr>
      <dsp:spPr>
        <a:xfrm>
          <a:off x="7005447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05447" y="631972"/>
        <a:ext cx="1621631" cy="778383"/>
      </dsp:txXfrm>
    </dsp:sp>
    <dsp:sp modelId="{CF68DCC0-5F3F-4B9E-BEFA-704B4569FF47}">
      <dsp:nvSpPr>
        <dsp:cNvPr id="0" name=""/>
        <dsp:cNvSpPr/>
      </dsp:nvSpPr>
      <dsp:spPr>
        <a:xfrm>
          <a:off x="8756808" y="631972"/>
          <a:ext cx="1621631" cy="1945957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0" rIns="160181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Distribution</a:t>
          </a:r>
        </a:p>
      </dsp:txBody>
      <dsp:txXfrm>
        <a:off x="8756808" y="1410355"/>
        <a:ext cx="1621631" cy="1167574"/>
      </dsp:txXfrm>
    </dsp:sp>
    <dsp:sp modelId="{A1746BA5-A748-4A42-9488-7BFBD9E1AF48}">
      <dsp:nvSpPr>
        <dsp:cNvPr id="0" name=""/>
        <dsp:cNvSpPr/>
      </dsp:nvSpPr>
      <dsp:spPr>
        <a:xfrm>
          <a:off x="8756808" y="631972"/>
          <a:ext cx="1621631" cy="77838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181" tIns="165100" rIns="160181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06</a:t>
          </a:r>
        </a:p>
      </dsp:txBody>
      <dsp:txXfrm>
        <a:off x="8756808" y="631972"/>
        <a:ext cx="1621631" cy="778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F556C-9DA6-4E3D-97BD-19F44098A73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2FB0-A0B2-4FE6-9A3E-8D403698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9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a-E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C6BB2-1908-4737-B6B8-CFD9EAB17C55}" type="slidenum">
              <a:rPr lang="aa-ET" smtClean="0"/>
              <a:t>4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384722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B947-3D55-8490-45D5-FFF22AA8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017C4-FA09-94F1-43BD-3CE41AD82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79FD7-9809-54A6-7F05-DC4519CB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EBDC-717D-CD43-B529-01EFB5EF8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C6BB2-1908-4737-B6B8-CFD9EAB17C55}" type="slidenum">
              <a:rPr lang="aa-ET" smtClean="0"/>
              <a:t>6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376985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E789-1FAE-9066-1E16-05B15D52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07B00-528F-7A69-87F1-DB82FBCA6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29EDA-85AC-226D-5755-55EFE8472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a-E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A200B-8980-61BD-198D-8C0E7F52F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C6BB2-1908-4737-B6B8-CFD9EAB17C55}" type="slidenum">
              <a:rPr lang="aa-ET" smtClean="0"/>
              <a:t>19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69544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4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30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0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6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90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9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9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8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82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17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64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35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90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770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55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47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34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94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7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4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8F263-E52A-407A-96EE-F0D589637BC0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07B0D-62FD-4D6D-910E-B7CB365B5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21927-3DCA-43F8-A74A-F8E1AEAA778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C1D14-C268-4BAC-8802-9C754166B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7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diagramData" Target="../diagrams/data1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8.xml"/><Relationship Id="rId7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3467" y="3117855"/>
            <a:ext cx="10905066" cy="18707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78408">
              <a:spcAft>
                <a:spcPts val="600"/>
              </a:spcAft>
            </a:pPr>
            <a:r>
              <a:rPr lang="en-US" sz="385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(IMS)</a:t>
            </a:r>
            <a:br>
              <a:rPr lang="en-US" sz="3852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852" b="1" kern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52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UNIT</a:t>
            </a:r>
            <a:endParaRPr lang="en-US" sz="3852" b="1" kern="1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F:\Wajid Computer Data\Shoaib\ECP Logo 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5577" y="744923"/>
            <a:ext cx="1538654" cy="199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90361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b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Services</a:t>
            </a:r>
          </a:p>
        </p:txBody>
      </p:sp>
      <p:pic>
        <p:nvPicPr>
          <p:cNvPr id="7" name="Picture 6" descr="A screen shot of a login&#10;&#10;Description automatically generated">
            <a:extLst>
              <a:ext uri="{FF2B5EF4-FFF2-40B4-BE49-F238E27FC236}">
                <a16:creationId xmlns:a16="http://schemas.microsoft.com/office/drawing/2014/main" id="{1344006A-5B8B-37B7-30DC-1FFA699F0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42" r="21373"/>
          <a:stretch/>
        </p:blipFill>
        <p:spPr>
          <a:xfrm>
            <a:off x="338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a green circle and a white circle with a white circle and a white circle with a white circle with a white circle with a white circle with a white circle with a white circle with&#10;&#10;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954512" y="210312"/>
            <a:ext cx="914400" cy="914400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795520" y="2468880"/>
            <a:ext cx="7073392" cy="4203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Services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ECP, designed and deploying by PMU, offers various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a unified dashboard.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the spectrum of e-services for utilization by the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Concerned Wings of the ECP.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Services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improved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upgraded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Security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more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elevated levels of </a:t>
            </a:r>
            <a:r>
              <a:rPr lang="en-US" sz="22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Trust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44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7378" y="-51471"/>
            <a:ext cx="3378585" cy="1063233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Services</a:t>
            </a:r>
          </a:p>
        </p:txBody>
      </p:sp>
      <p:graphicFrame>
        <p:nvGraphicFramePr>
          <p:cNvPr id="51" name="Content Placeholder 2">
            <a:extLst>
              <a:ext uri="{FF2B5EF4-FFF2-40B4-BE49-F238E27FC236}">
                <a16:creationId xmlns:a16="http://schemas.microsoft.com/office/drawing/2014/main" id="{CCCB9F80-1CBD-2CBF-53A4-F04A2E2D14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96827" y="5789861"/>
          <a:ext cx="2839136" cy="700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51973" y="113506"/>
            <a:ext cx="914400" cy="914400"/>
          </a:xfrm>
          <a:prstGeom prst="rect">
            <a:avLst/>
          </a:prstGeom>
        </p:spPr>
      </p:pic>
      <p:pic>
        <p:nvPicPr>
          <p:cNvPr id="5" name="Picture 4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229" y="113505"/>
            <a:ext cx="1214845" cy="970711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472C4BD-6D80-9E05-FD21-5E827D0A43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8536422"/>
              </p:ext>
            </p:extLst>
          </p:nvPr>
        </p:nvGraphicFramePr>
        <p:xfrm>
          <a:off x="151973" y="1027907"/>
          <a:ext cx="4298729" cy="581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F65D3F0-6CFF-0F8E-883D-A03D1F94BC66}"/>
              </a:ext>
            </a:extLst>
          </p:cNvPr>
          <p:cNvGraphicFramePr>
            <a:graphicFrameLocks/>
          </p:cNvGraphicFramePr>
          <p:nvPr/>
        </p:nvGraphicFramePr>
        <p:xfrm>
          <a:off x="8995615" y="5888645"/>
          <a:ext cx="2839136" cy="632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A6D48D2-7E61-D6CB-4D57-C1CE628430A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4600" y="1341685"/>
            <a:ext cx="7285427" cy="35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710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7" name="Freeform: Shape 186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8" name="Freeform: Shape 187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 (IMS)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web-based inventory platform</a:t>
            </a:r>
          </a:p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Multi-location inventory management with hierarchical control</a:t>
            </a:r>
          </a:p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procurement and stock issuance workflows</a:t>
            </a:r>
          </a:p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tracking and reconciliation</a:t>
            </a:r>
          </a:p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 approval workflows with role-based access</a:t>
            </a:r>
          </a:p>
          <a:p>
            <a:pPr marL="363538" indent="-363538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 system managing unlimited items across multiple locations</a:t>
            </a:r>
          </a:p>
        </p:txBody>
      </p:sp>
      <p:pic>
        <p:nvPicPr>
          <p:cNvPr id="5" name="Picture 4" descr="A logo with a green circle and a white circle with a white circle and a white circle with a white circle with a white circle with a white circle with a white circle with a white circle with&#10;&#10;Description automatically generated">
            <a:extLst>
              <a:ext uri="{FF2B5EF4-FFF2-40B4-BE49-F238E27FC236}">
                <a16:creationId xmlns:a16="http://schemas.microsoft.com/office/drawing/2014/main" id="{99C8188E-4631-63D4-3597-F4900FE37D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29862" y="548640"/>
            <a:ext cx="812677" cy="89329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77667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9C65C-1E3C-8A16-98C0-49850479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u="sng" kern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</a:t>
            </a:r>
            <a:endParaRPr lang="en-US" sz="3600" u="sng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3B922-2755-CED1-A298-6723E7B996E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0" y="115577"/>
            <a:ext cx="912841" cy="1042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B5851C-4907-A070-3C6F-E4EDBF9CE0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464" y="276350"/>
            <a:ext cx="1171066" cy="1042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791285-951C-0FA0-654B-A91ECD8697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194"/>
          <a:stretch>
            <a:fillRect/>
          </a:stretch>
        </p:blipFill>
        <p:spPr>
          <a:xfrm>
            <a:off x="4422296" y="1631220"/>
            <a:ext cx="7245096" cy="3595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D9C5D-BDD3-075B-9354-3129FECC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45722F4F-1456-1C44-2D04-79C1EE945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7" name="Freeform: Shape 186">
            <a:extLst>
              <a:ext uri="{FF2B5EF4-FFF2-40B4-BE49-F238E27FC236}">
                <a16:creationId xmlns:a16="http://schemas.microsoft.com/office/drawing/2014/main" id="{F5DB8E28-9B1B-D537-37E0-00B05739B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8" name="Freeform: Shape 187">
            <a:extLst>
              <a:ext uri="{FF2B5EF4-FFF2-40B4-BE49-F238E27FC236}">
                <a16:creationId xmlns:a16="http://schemas.microsoft.com/office/drawing/2014/main" id="{2B3800B1-3BDF-F3DC-AA40-16244A35E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CDD95-09E9-422C-CBC1-6DF88C37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90" y="1165860"/>
            <a:ext cx="3971107" cy="452628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IMS Features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BBAF360-17C7-1A1B-7BD4-4D364A763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A1AD-D79B-BB55-3CDA-B056DB13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✅ Real-time Stock Tracking</a:t>
            </a:r>
          </a:p>
          <a:p>
            <a:pPr marL="0" lvl="0" indent="0">
              <a:buNone/>
            </a:pPr>
            <a:r>
              <a:rPr lang="en-US" sz="2000" dirty="0"/>
              <a:t>✅ Multi-Step Hierarchical Approval Workflows</a:t>
            </a:r>
          </a:p>
          <a:p>
            <a:pPr marL="0" lvl="0" indent="0">
              <a:buNone/>
            </a:pPr>
            <a:r>
              <a:rPr lang="en-US" sz="2000" dirty="0"/>
              <a:t>✅ Complete Audit Trail</a:t>
            </a:r>
          </a:p>
          <a:p>
            <a:pPr marL="0" lvl="0" indent="0">
              <a:buNone/>
            </a:pPr>
            <a:r>
              <a:rPr lang="en-US" sz="2000" dirty="0"/>
              <a:t>✅ Role-Based Access Control (RBAC)</a:t>
            </a:r>
          </a:p>
          <a:p>
            <a:pPr marL="0" lvl="0" indent="0">
              <a:buNone/>
            </a:pPr>
            <a:r>
              <a:rPr lang="en-US" sz="2000" dirty="0"/>
              <a:t>✅ Three-Level Inventory Management</a:t>
            </a:r>
          </a:p>
          <a:p>
            <a:pPr marL="0" lvl="0" indent="0">
              <a:buNone/>
            </a:pPr>
            <a:r>
              <a:rPr lang="en-US" sz="2000" dirty="0"/>
              <a:t>✅ Multiple Tender Types Support</a:t>
            </a:r>
          </a:p>
          <a:p>
            <a:pPr marL="0" lvl="0" indent="0">
              <a:buNone/>
            </a:pPr>
            <a:r>
              <a:rPr lang="en-US" sz="2000" dirty="0"/>
              <a:t>✅ Digital Annual Framework Contracts</a:t>
            </a:r>
          </a:p>
          <a:p>
            <a:pPr marL="0" lvl="0" indent="0">
              <a:buNone/>
            </a:pPr>
            <a:r>
              <a:rPr lang="en-US" sz="2000" dirty="0"/>
              <a:t>✅ Serial Number &amp; Equipment Tracking</a:t>
            </a:r>
          </a:p>
          <a:p>
            <a:pPr marL="0" lvl="0" indent="0">
              <a:buNone/>
            </a:pPr>
            <a:r>
              <a:rPr lang="en-US" sz="2000" dirty="0"/>
              <a:t>✅ Document Upload &amp; Attachment Support</a:t>
            </a:r>
          </a:p>
          <a:p>
            <a:pPr marL="0" lvl="0" indent="0">
              <a:buNone/>
            </a:pPr>
            <a:r>
              <a:rPr lang="en-US" sz="2000" dirty="0"/>
              <a:t>✅ Soft Delete with Data Recovery</a:t>
            </a:r>
          </a:p>
        </p:txBody>
      </p:sp>
      <p:pic>
        <p:nvPicPr>
          <p:cNvPr id="5" name="Picture 4" descr="A logo with a green circle and a white circle with a white circle and a white circle with a white circle with a white circle with a white circle with a white circle with a white circle with&#10;&#10;Description automatically generated">
            <a:extLst>
              <a:ext uri="{FF2B5EF4-FFF2-40B4-BE49-F238E27FC236}">
                <a16:creationId xmlns:a16="http://schemas.microsoft.com/office/drawing/2014/main" id="{6C60B3F4-5FE2-3386-D2CA-137EBE7D794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29862" y="548640"/>
            <a:ext cx="812677" cy="89329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344569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955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A3517-904B-3F59-C27C-06052736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IMS Workflow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6CEB27-CBD0-433A-9D24-EB37B37BB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2" r="6905"/>
          <a:stretch>
            <a:fillRect/>
          </a:stretch>
        </p:blipFill>
        <p:spPr>
          <a:xfrm>
            <a:off x="4086225" y="245942"/>
            <a:ext cx="7774598" cy="63089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4488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07EED-76DB-DCF2-B3A7-6CDCDD21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8800B291-7178-805D-62BA-32DCEA1F6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955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C6849-56FA-F1D3-01A9-0ACF9F6F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End-to-End Procurement Lifecycle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18BF5-5CB5-DAC3-4713-65FF2FEF2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4609" y="171162"/>
            <a:ext cx="7517422" cy="63579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1301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F5788-7D5F-7FC3-4665-064FB25C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A143B0B4-D38A-661B-122A-3C607555E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955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80E00-1B5B-DD49-43E8-B3F2CCA7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Three-Tier Inventory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02B71-CC78-9D24-065A-88CC78D47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2636" y="483755"/>
            <a:ext cx="6427556" cy="50378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2119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6F40D-6A75-0D71-1E63-08056145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56BA6-7AD9-7272-FD85-3AD49216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ACQUISITION (Procurement)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A37D95-7D86-4F70-9B1A-1EFF7DD0B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27670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D77BEA4-583C-0A64-0890-38C8E80FA05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" y="-70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745ED-2DE0-F427-E4DD-A172D1584F2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87" y="28633"/>
            <a:ext cx="1138813" cy="1013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D30835-820D-70B5-387D-17878793CD35}"/>
              </a:ext>
            </a:extLst>
          </p:cNvPr>
          <p:cNvSpPr txBox="1"/>
          <p:nvPr/>
        </p:nvSpPr>
        <p:spPr>
          <a:xfrm>
            <a:off x="2945768" y="150527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MODULES</a:t>
            </a:r>
          </a:p>
        </p:txBody>
      </p:sp>
    </p:spTree>
    <p:extLst>
      <p:ext uri="{BB962C8B-B14F-4D97-AF65-F5344CB8AC3E}">
        <p14:creationId xmlns:p14="http://schemas.microsoft.com/office/powerpoint/2010/main" val="125408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1D0286-D3E5-4302-3446-DF6238B74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2" y="906773"/>
            <a:ext cx="4913642" cy="2547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419D3-4428-8173-FD20-2379DA7F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43" y="4185692"/>
            <a:ext cx="4922997" cy="2547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C9DD6-5856-B4BA-1B71-9C90E7C9FB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84"/>
          <a:stretch>
            <a:fillRect/>
          </a:stretch>
        </p:blipFill>
        <p:spPr>
          <a:xfrm>
            <a:off x="7727182" y="908904"/>
            <a:ext cx="4010051" cy="5824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02549DE-642D-0EF4-B5B3-26134F5929C5}"/>
              </a:ext>
            </a:extLst>
          </p:cNvPr>
          <p:cNvCxnSpPr>
            <a:cxnSpLocks/>
            <a:stCxn id="5" idx="2"/>
            <a:endCxn id="7" idx="1"/>
          </p:cNvCxnSpPr>
          <p:nvPr/>
        </p:nvCxnSpPr>
        <p:spPr>
          <a:xfrm rot="5400000">
            <a:off x="529856" y="3291371"/>
            <a:ext cx="2005114" cy="2331140"/>
          </a:xfrm>
          <a:prstGeom prst="bentConnector4">
            <a:avLst>
              <a:gd name="adj1" fmla="val 18236"/>
              <a:gd name="adj2" fmla="val 109806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CE997B8-29FA-29D1-A374-3B5C626F6678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 flipV="1">
            <a:off x="5289840" y="3821104"/>
            <a:ext cx="2437342" cy="163839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CA90EE-D99A-F90C-337B-120D11A1E7EF}"/>
              </a:ext>
            </a:extLst>
          </p:cNvPr>
          <p:cNvSpPr txBox="1"/>
          <p:nvPr/>
        </p:nvSpPr>
        <p:spPr>
          <a:xfrm>
            <a:off x="3047268" y="62711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Contract Tender</a:t>
            </a:r>
          </a:p>
        </p:txBody>
      </p:sp>
    </p:spTree>
    <p:extLst>
      <p:ext uri="{BB962C8B-B14F-4D97-AF65-F5344CB8AC3E}">
        <p14:creationId xmlns:p14="http://schemas.microsoft.com/office/powerpoint/2010/main" val="992715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AD7A-18F1-BEAB-9785-DDB88639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1C877F-E8A6-8254-4529-5400FEB644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162" y="1418831"/>
            <a:ext cx="6291522" cy="303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F28624B-F12A-7652-5184-962161D5F09E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>
            <a:off x="6532684" y="2936631"/>
            <a:ext cx="1146769" cy="49236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F7CE37F-A97C-C925-F4AC-626F86A1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35"/>
          <a:stretch>
            <a:fillRect/>
          </a:stretch>
        </p:blipFill>
        <p:spPr>
          <a:xfrm>
            <a:off x="7679453" y="350207"/>
            <a:ext cx="4442207" cy="61575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6D9F0-AB7C-325C-5482-C9CA86EF92AA}"/>
              </a:ext>
            </a:extLst>
          </p:cNvPr>
          <p:cNvSpPr txBox="1"/>
          <p:nvPr/>
        </p:nvSpPr>
        <p:spPr>
          <a:xfrm>
            <a:off x="2945768" y="150527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Annual Tender</a:t>
            </a:r>
          </a:p>
        </p:txBody>
      </p:sp>
    </p:spTree>
    <p:extLst>
      <p:ext uri="{BB962C8B-B14F-4D97-AF65-F5344CB8AC3E}">
        <p14:creationId xmlns:p14="http://schemas.microsoft.com/office/powerpoint/2010/main" val="2806906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FD6CD-92ED-FE15-1244-4267CDF1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207D20-F10A-F19A-5567-3868F06A4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BF9C9-37FA-F100-3762-FDBA19D6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ISSUANCE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C5F549-4459-094D-DFF3-39DEC3A4A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3EC0299-ECB8-3BE1-B0CD-4FA2443D69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83237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417DD6D-4838-C9AA-8598-1411CA09AF70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" y="-70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CF790-2902-D30C-E4E8-958999DD34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87" y="28633"/>
            <a:ext cx="1138813" cy="1013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35F421-3ADA-E933-9EAA-6673D2353BDF}"/>
              </a:ext>
            </a:extLst>
          </p:cNvPr>
          <p:cNvSpPr txBox="1"/>
          <p:nvPr/>
        </p:nvSpPr>
        <p:spPr>
          <a:xfrm>
            <a:off x="2945768" y="150527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MODULES</a:t>
            </a:r>
          </a:p>
        </p:txBody>
      </p:sp>
    </p:spTree>
    <p:extLst>
      <p:ext uri="{BB962C8B-B14F-4D97-AF65-F5344CB8AC3E}">
        <p14:creationId xmlns:p14="http://schemas.microsoft.com/office/powerpoint/2010/main" val="3786365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2A9AB-35A4-C795-18FD-FE28B3AB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73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C30587-A24B-69A8-4D82-45515BAE9D03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FFFFFF"/>
                </a:solidFill>
              </a:defRPr>
            </a:pPr>
            <a:r>
              <a:rPr lang="en-US" sz="3200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Stock Issuance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36570-8F30-1D72-EA2D-97B9AD8C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207933" y="1326256"/>
            <a:ext cx="7347537" cy="420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0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1FF2E-FCFB-E2BD-1CCD-6E262595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E1EB8D-B896-9D48-2C2B-EA01D278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02A78-E544-D844-D06A-896E99F1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VERIFICATION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DDD751-F577-1452-4CB8-3E5350CFA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C80E596-6BC1-2DC0-8566-5F3FAD6244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7004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972C0D7-F63D-8D2A-E53B-6DFE3AC2210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" y="-70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3C8C70-AE10-25AD-0745-0874E020211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87" y="28633"/>
            <a:ext cx="1138813" cy="1013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D81396-1C59-7CCE-8F63-8656B3238CC7}"/>
              </a:ext>
            </a:extLst>
          </p:cNvPr>
          <p:cNvSpPr txBox="1"/>
          <p:nvPr/>
        </p:nvSpPr>
        <p:spPr>
          <a:xfrm>
            <a:off x="2945768" y="150527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MODULES</a:t>
            </a:r>
          </a:p>
        </p:txBody>
      </p:sp>
    </p:spTree>
    <p:extLst>
      <p:ext uri="{BB962C8B-B14F-4D97-AF65-F5344CB8AC3E}">
        <p14:creationId xmlns:p14="http://schemas.microsoft.com/office/powerpoint/2010/main" val="2176998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A84CD-4116-FB90-B014-A7215999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00AC40-A81B-FEB6-1F25-193345C23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71237-FAE3-9BF5-B083-60A65FAD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INVENTORY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312E23-DA67-9EF8-BC51-44FA9F3CC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1A6E0FC-7E76-18E0-49E3-5F23920AAE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47844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634A225-4D73-DC97-B297-0D638A917285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3" y="-70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9E9881-8AE1-0C17-4C14-865E1F15656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87" y="28633"/>
            <a:ext cx="1138813" cy="10134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6CB1BD-C135-F8B8-FBCB-92CD536D8C1B}"/>
              </a:ext>
            </a:extLst>
          </p:cNvPr>
          <p:cNvSpPr txBox="1"/>
          <p:nvPr/>
        </p:nvSpPr>
        <p:spPr>
          <a:xfrm>
            <a:off x="2945768" y="150527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MODULES</a:t>
            </a:r>
          </a:p>
        </p:txBody>
      </p:sp>
    </p:spTree>
    <p:extLst>
      <p:ext uri="{BB962C8B-B14F-4D97-AF65-F5344CB8AC3E}">
        <p14:creationId xmlns:p14="http://schemas.microsoft.com/office/powerpoint/2010/main" val="334546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AA062-E682-FDF1-DB06-8C1B3D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Operational Workflows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A7F9E3F-1CB9-F8FE-FB08-686F0955B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380886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371CDBE-1EF4-713F-D867-F4811CF639EB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5" y="-13268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F1B14D-66E4-BC4F-DA5F-7D574495AF2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238" y="30923"/>
            <a:ext cx="1171066" cy="1042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3074A6-261E-5FB4-2028-E890B9E6C085}"/>
              </a:ext>
            </a:extLst>
          </p:cNvPr>
          <p:cNvSpPr txBox="1"/>
          <p:nvPr/>
        </p:nvSpPr>
        <p:spPr>
          <a:xfrm>
            <a:off x="3815862" y="2759627"/>
            <a:ext cx="3938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Stock Acquisition Steps</a:t>
            </a:r>
          </a:p>
        </p:txBody>
      </p:sp>
    </p:spTree>
    <p:extLst>
      <p:ext uri="{BB962C8B-B14F-4D97-AF65-F5344CB8AC3E}">
        <p14:creationId xmlns:p14="http://schemas.microsoft.com/office/powerpoint/2010/main" val="1152340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4D30D-A964-B205-057F-206801B99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DF657E-2CF4-B9A9-C8C3-FCAD99923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4F82F5-191A-FE81-FCDD-CCCF45B8D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4E0D65-583A-871A-634B-777462293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240E37A-93FC-635C-DD5F-77DE07154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55B546-70FC-C880-ABAB-CF122EADC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954A8F3D-28F1-A316-550A-53B82E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06C2C-5633-373D-B203-31C244F5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Operational Workflows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105514-E6EF-45EA-A38B-FE46CFD48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78255C1-77F7-8D53-68E6-352DCFBE8E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FC5E796-13CF-0864-E529-B9007E5C88D8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5" y="-13268"/>
            <a:ext cx="912841" cy="1042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F4CC5F-F0B1-8256-4C57-262770C7BD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238" y="30923"/>
            <a:ext cx="1171066" cy="1042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849735-5793-3F17-E6E0-FCB2DF5E2E58}"/>
              </a:ext>
            </a:extLst>
          </p:cNvPr>
          <p:cNvSpPr txBox="1"/>
          <p:nvPr/>
        </p:nvSpPr>
        <p:spPr>
          <a:xfrm>
            <a:off x="3815862" y="2759627"/>
            <a:ext cx="3938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Stock Issuance Steps</a:t>
            </a:r>
          </a:p>
        </p:txBody>
      </p:sp>
    </p:spTree>
    <p:extLst>
      <p:ext uri="{BB962C8B-B14F-4D97-AF65-F5344CB8AC3E}">
        <p14:creationId xmlns:p14="http://schemas.microsoft.com/office/powerpoint/2010/main" val="139437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5772B-93A5-BC76-AE3C-33407D71C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12BA0422-4E38-A8AF-D590-6B2900254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7" name="Freeform: Shape 186">
            <a:extLst>
              <a:ext uri="{FF2B5EF4-FFF2-40B4-BE49-F238E27FC236}">
                <a16:creationId xmlns:a16="http://schemas.microsoft.com/office/drawing/2014/main" id="{6329584C-C623-3F1C-E780-8381F2CA9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8" name="Freeform: Shape 187">
            <a:extLst>
              <a:ext uri="{FF2B5EF4-FFF2-40B4-BE49-F238E27FC236}">
                <a16:creationId xmlns:a16="http://schemas.microsoft.com/office/drawing/2014/main" id="{0D9FCF18-DCE8-2198-438C-6C4206D2D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8A383-D34A-F858-6D82-116847F9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85" y="1165860"/>
            <a:ext cx="3971107" cy="452628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Work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7CFF2EF8-D552-3480-5460-A7DF2E6E0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E8715-91D0-793A-9BAF-C7ACF6F0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✅ Real-time Stock Tracking</a:t>
            </a:r>
          </a:p>
          <a:p>
            <a:pPr marL="0" lvl="0" indent="0">
              <a:buNone/>
            </a:pPr>
            <a:r>
              <a:rPr lang="en-US" sz="2000" dirty="0"/>
              <a:t>✅ Multi-Step Hierarchical Approval Workflows</a:t>
            </a:r>
          </a:p>
          <a:p>
            <a:pPr marL="0" lvl="0" indent="0">
              <a:buNone/>
            </a:pPr>
            <a:r>
              <a:rPr lang="en-US" sz="2000" dirty="0"/>
              <a:t>✅ Complete Audit Trail</a:t>
            </a:r>
          </a:p>
          <a:p>
            <a:pPr marL="0" lvl="0" indent="0">
              <a:buNone/>
            </a:pPr>
            <a:r>
              <a:rPr lang="en-US" sz="2000" dirty="0"/>
              <a:t>✅ Role-Based Access Control (RBAC)</a:t>
            </a:r>
          </a:p>
          <a:p>
            <a:pPr marL="0" lvl="0" indent="0">
              <a:buNone/>
            </a:pPr>
            <a:r>
              <a:rPr lang="en-US" sz="2000" dirty="0"/>
              <a:t>✅ Three-Level Inventory Management</a:t>
            </a:r>
          </a:p>
          <a:p>
            <a:pPr marL="0" lvl="0" indent="0">
              <a:buNone/>
            </a:pPr>
            <a:r>
              <a:rPr lang="en-US" sz="2000" dirty="0"/>
              <a:t>✅ Multiple Tender Types Support</a:t>
            </a:r>
          </a:p>
          <a:p>
            <a:pPr marL="0" lvl="0" indent="0">
              <a:buNone/>
            </a:pPr>
            <a:r>
              <a:rPr lang="en-US" sz="2000" dirty="0"/>
              <a:t>✅ Digital Annual Framework Contracts</a:t>
            </a:r>
          </a:p>
          <a:p>
            <a:pPr marL="0" lvl="0" indent="0">
              <a:buNone/>
            </a:pPr>
            <a:r>
              <a:rPr lang="en-US" sz="2000" dirty="0"/>
              <a:t>✅ Serial Number &amp; Equipment Tracking</a:t>
            </a:r>
          </a:p>
          <a:p>
            <a:pPr marL="0" lvl="0" indent="0">
              <a:buNone/>
            </a:pPr>
            <a:r>
              <a:rPr lang="en-US" sz="2000" dirty="0"/>
              <a:t>✅ Document Upload &amp; Attachment Support</a:t>
            </a:r>
          </a:p>
          <a:p>
            <a:pPr marL="0" lvl="0" indent="0">
              <a:buNone/>
            </a:pPr>
            <a:r>
              <a:rPr lang="en-US" sz="2000" dirty="0"/>
              <a:t>✅ Soft Delete with Data Recovery</a:t>
            </a:r>
          </a:p>
        </p:txBody>
      </p:sp>
      <p:pic>
        <p:nvPicPr>
          <p:cNvPr id="5" name="Picture 4" descr="A logo with a green circle and a white circle with a white circle and a white circle with a white circle with a white circle with a white circle with a white circle with a white circle with&#10;&#10;Description automatically generated">
            <a:extLst>
              <a:ext uri="{FF2B5EF4-FFF2-40B4-BE49-F238E27FC236}">
                <a16:creationId xmlns:a16="http://schemas.microsoft.com/office/drawing/2014/main" id="{4F0C8CB3-9017-0460-8D08-2513C33BDC5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36199" y="486039"/>
            <a:ext cx="812677" cy="89329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657899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erial view of a highway near the ocean">
            <a:extLst>
              <a:ext uri="{FF2B5EF4-FFF2-40B4-BE49-F238E27FC236}">
                <a16:creationId xmlns:a16="http://schemas.microsoft.com/office/drawing/2014/main" id="{4CE60828-4B42-5091-0DFB-E0B50C9E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1" b="3385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7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</TotalTime>
  <Words>449</Words>
  <Application>Microsoft Office PowerPoint</Application>
  <PresentationFormat>Widescreen</PresentationFormat>
  <Paragraphs>109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2_Office Theme</vt:lpstr>
      <vt:lpstr>PowerPoint Presentation</vt:lpstr>
      <vt:lpstr>Introduction to  Digital Services</vt:lpstr>
      <vt:lpstr>Digital Services</vt:lpstr>
      <vt:lpstr>Inventory Management System (IMS)</vt:lpstr>
      <vt:lpstr>Inventory Management System</vt:lpstr>
      <vt:lpstr>Key IMS Features</vt:lpstr>
      <vt:lpstr>Complete IMS Workflow</vt:lpstr>
      <vt:lpstr>End-to-End Procurement Lifecycle</vt:lpstr>
      <vt:lpstr>Three-Tier Inventory Architecture</vt:lpstr>
      <vt:lpstr>STOCK ACQUISITION (Procurement)</vt:lpstr>
      <vt:lpstr>PowerPoint Presentation</vt:lpstr>
      <vt:lpstr>PowerPoint Presentation</vt:lpstr>
      <vt:lpstr>STOCK ISSUANCE</vt:lpstr>
      <vt:lpstr>PowerPoint Presentation</vt:lpstr>
      <vt:lpstr>INVENTORY VERIFICATION</vt:lpstr>
      <vt:lpstr>HIERARCHICAL INVENTORY</vt:lpstr>
      <vt:lpstr>Main Operational Workflows</vt:lpstr>
      <vt:lpstr>Main Operational Workflows</vt:lpstr>
      <vt:lpstr>Developed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Syed Sana ul Haq Fazli</cp:lastModifiedBy>
  <cp:revision>18</cp:revision>
  <dcterms:created xsi:type="dcterms:W3CDTF">2025-06-27T05:32:00Z</dcterms:created>
  <dcterms:modified xsi:type="dcterms:W3CDTF">2026-04-05T02:13:54Z</dcterms:modified>
</cp:coreProperties>
</file>